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8"/>
  </p:notesMasterIdLst>
  <p:handoutMasterIdLst>
    <p:handoutMasterId r:id="rId19"/>
  </p:handoutMasterIdLst>
  <p:sldIdLst>
    <p:sldId id="286" r:id="rId5"/>
    <p:sldId id="275" r:id="rId6"/>
    <p:sldId id="274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</p:sldIdLst>
  <p:sldSz cx="9144000" cy="5143500" type="screen16x9"/>
  <p:notesSz cx="6858000" cy="9144000"/>
  <p:embeddedFontLst>
    <p:embeddedFont>
      <p:font typeface="Poppins Black" panose="00000A00000000000000" pitchFamily="2" charset="0"/>
      <p:bold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FC71B1-F08A-47D2-A328-BD2A3F4ADA67}" v="183" dt="2026-02-18T15:39:28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Anibal Miranda Mercado" userId="bb3991ac-615b-4f85-a886-eb9b7805c6f5" providerId="ADAL" clId="{305ACABA-E465-45F7-96AF-5D70601370FF}"/>
    <pc:docChg chg="undo custSel addSld delSld modSld addMainMaster delMainMaster modMainMaster">
      <pc:chgData name="Oscar Anibal Miranda Mercado" userId="bb3991ac-615b-4f85-a886-eb9b7805c6f5" providerId="ADAL" clId="{305ACABA-E465-45F7-96AF-5D70601370FF}" dt="2026-02-18T16:21:15.819" v="679" actId="20577"/>
      <pc:docMkLst>
        <pc:docMk/>
      </pc:docMkLst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56"/>
        </pc:sldMkLst>
      </pc:sldChg>
      <pc:sldChg chg="new del">
        <pc:chgData name="Oscar Anibal Miranda Mercado" userId="bb3991ac-615b-4f85-a886-eb9b7805c6f5" providerId="ADAL" clId="{305ACABA-E465-45F7-96AF-5D70601370FF}" dt="2026-02-18T14:51:22.793" v="37" actId="680"/>
        <pc:sldMkLst>
          <pc:docMk/>
          <pc:sldMk cId="2940422022" sldId="256"/>
        </pc:sldMkLst>
      </pc:sldChg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57"/>
        </pc:sldMkLst>
      </pc:sldChg>
      <pc:sldChg chg="new del">
        <pc:chgData name="Oscar Anibal Miranda Mercado" userId="bb3991ac-615b-4f85-a886-eb9b7805c6f5" providerId="ADAL" clId="{305ACABA-E465-45F7-96AF-5D70601370FF}" dt="2026-02-18T14:51:22.502" v="36" actId="680"/>
        <pc:sldMkLst>
          <pc:docMk/>
          <pc:sldMk cId="2407336187" sldId="257"/>
        </pc:sldMkLst>
      </pc:sldChg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58"/>
        </pc:sldMkLst>
      </pc:sldChg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59"/>
        </pc:sldMkLst>
      </pc:sldChg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60"/>
        </pc:sldMkLst>
      </pc:sldChg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61"/>
        </pc:sldMkLst>
      </pc:sldChg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62"/>
        </pc:sldMkLst>
      </pc:sldChg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63"/>
        </pc:sldMkLst>
      </pc:sldChg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64"/>
        </pc:sldMkLst>
      </pc:sldChg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65"/>
        </pc:sldMkLst>
      </pc:sldChg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66"/>
        </pc:sldMkLst>
      </pc:sldChg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67"/>
        </pc:sldMkLst>
      </pc:sldChg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68"/>
        </pc:sldMkLst>
      </pc:sldChg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69"/>
        </pc:sldMkLst>
      </pc:sldChg>
      <pc:sldChg chg="add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0" sldId="270"/>
        </pc:sldMkLst>
      </pc:sldChg>
      <pc:sldChg chg="modSp new del mod">
        <pc:chgData name="Oscar Anibal Miranda Mercado" userId="bb3991ac-615b-4f85-a886-eb9b7805c6f5" providerId="ADAL" clId="{305ACABA-E465-45F7-96AF-5D70601370FF}" dt="2026-02-18T15:10:38.978" v="161" actId="47"/>
        <pc:sldMkLst>
          <pc:docMk/>
          <pc:sldMk cId="1440383553" sldId="271"/>
        </pc:sldMkLst>
        <pc:spChg chg="mod">
          <ac:chgData name="Oscar Anibal Miranda Mercado" userId="bb3991ac-615b-4f85-a886-eb9b7805c6f5" providerId="ADAL" clId="{305ACABA-E465-45F7-96AF-5D70601370FF}" dt="2026-02-18T15:07:14.823" v="125" actId="27636"/>
          <ac:spMkLst>
            <pc:docMk/>
            <pc:sldMk cId="1440383553" sldId="271"/>
            <ac:spMk id="2" creationId="{FFCFF62A-FF3F-D44E-2A5E-091E09484784}"/>
          </ac:spMkLst>
        </pc:spChg>
      </pc:sldChg>
      <pc:sldChg chg="new del">
        <pc:chgData name="Oscar Anibal Miranda Mercado" userId="bb3991ac-615b-4f85-a886-eb9b7805c6f5" providerId="ADAL" clId="{305ACABA-E465-45F7-96AF-5D70601370FF}" dt="2026-02-18T15:10:43.566" v="162" actId="47"/>
        <pc:sldMkLst>
          <pc:docMk/>
          <pc:sldMk cId="166838962" sldId="272"/>
        </pc:sldMkLst>
      </pc:sldChg>
      <pc:sldChg chg="addSp delSp modSp new del mod modClrScheme chgLayout">
        <pc:chgData name="Oscar Anibal Miranda Mercado" userId="bb3991ac-615b-4f85-a886-eb9b7805c6f5" providerId="ADAL" clId="{305ACABA-E465-45F7-96AF-5D70601370FF}" dt="2026-02-18T14:53:04.910" v="52" actId="47"/>
        <pc:sldMkLst>
          <pc:docMk/>
          <pc:sldMk cId="999237713" sldId="272"/>
        </pc:sldMkLst>
        <pc:spChg chg="del mod ord">
          <ac:chgData name="Oscar Anibal Miranda Mercado" userId="bb3991ac-615b-4f85-a886-eb9b7805c6f5" providerId="ADAL" clId="{305ACABA-E465-45F7-96AF-5D70601370FF}" dt="2026-02-18T14:52:57.997" v="46" actId="700"/>
          <ac:spMkLst>
            <pc:docMk/>
            <pc:sldMk cId="999237713" sldId="272"/>
            <ac:spMk id="2" creationId="{876A0118-C4D9-8429-12E7-08A5CFE27B95}"/>
          </ac:spMkLst>
        </pc:spChg>
        <pc:spChg chg="add mod ord">
          <ac:chgData name="Oscar Anibal Miranda Mercado" userId="bb3991ac-615b-4f85-a886-eb9b7805c6f5" providerId="ADAL" clId="{305ACABA-E465-45F7-96AF-5D70601370FF}" dt="2026-02-18T14:53:00.061" v="51" actId="20577"/>
          <ac:spMkLst>
            <pc:docMk/>
            <pc:sldMk cId="999237713" sldId="272"/>
            <ac:spMk id="3" creationId="{E052D11B-84DF-B0D9-A68A-4B9B5960CE1B}"/>
          </ac:spMkLst>
        </pc:spChg>
        <pc:spChg chg="add mod ord">
          <ac:chgData name="Oscar Anibal Miranda Mercado" userId="bb3991ac-615b-4f85-a886-eb9b7805c6f5" providerId="ADAL" clId="{305ACABA-E465-45F7-96AF-5D70601370FF}" dt="2026-02-18T14:52:57.997" v="46" actId="700"/>
          <ac:spMkLst>
            <pc:docMk/>
            <pc:sldMk cId="999237713" sldId="272"/>
            <ac:spMk id="4" creationId="{E73A44FB-26DD-76F4-5FCF-5E926AC15940}"/>
          </ac:spMkLst>
        </pc:spChg>
      </pc:sldChg>
      <pc:sldChg chg="addSp delSp modSp new del mod modClrScheme chgLayout">
        <pc:chgData name="Oscar Anibal Miranda Mercado" userId="bb3991ac-615b-4f85-a886-eb9b7805c6f5" providerId="ADAL" clId="{305ACABA-E465-45F7-96AF-5D70601370FF}" dt="2026-02-18T15:01:01.890" v="92" actId="680"/>
        <pc:sldMkLst>
          <pc:docMk/>
          <pc:sldMk cId="63091577" sldId="273"/>
        </pc:sldMkLst>
        <pc:spChg chg="add del mod ord">
          <ac:chgData name="Oscar Anibal Miranda Mercado" userId="bb3991ac-615b-4f85-a886-eb9b7805c6f5" providerId="ADAL" clId="{305ACABA-E465-45F7-96AF-5D70601370FF}" dt="2026-02-18T15:01:00.974" v="91" actId="700"/>
          <ac:spMkLst>
            <pc:docMk/>
            <pc:sldMk cId="63091577" sldId="273"/>
            <ac:spMk id="2" creationId="{3DD163DB-C934-654D-70A6-E4B587690D92}"/>
          </ac:spMkLst>
        </pc:spChg>
        <pc:spChg chg="add del mod ord">
          <ac:chgData name="Oscar Anibal Miranda Mercado" userId="bb3991ac-615b-4f85-a886-eb9b7805c6f5" providerId="ADAL" clId="{305ACABA-E465-45F7-96AF-5D70601370FF}" dt="2026-02-18T15:01:00.974" v="91" actId="700"/>
          <ac:spMkLst>
            <pc:docMk/>
            <pc:sldMk cId="63091577" sldId="273"/>
            <ac:spMk id="3" creationId="{37FB23A8-96A2-8CA4-820C-E7797F26E8E5}"/>
          </ac:spMkLst>
        </pc:spChg>
        <pc:spChg chg="add del mod ord">
          <ac:chgData name="Oscar Anibal Miranda Mercado" userId="bb3991ac-615b-4f85-a886-eb9b7805c6f5" providerId="ADAL" clId="{305ACABA-E465-45F7-96AF-5D70601370FF}" dt="2026-02-18T15:01:00.974" v="91" actId="700"/>
          <ac:spMkLst>
            <pc:docMk/>
            <pc:sldMk cId="63091577" sldId="273"/>
            <ac:spMk id="4" creationId="{A1ED8DC0-2ECC-7FE9-9EAF-5BD17683506D}"/>
          </ac:spMkLst>
        </pc:spChg>
        <pc:spChg chg="add del mod ord">
          <ac:chgData name="Oscar Anibal Miranda Mercado" userId="bb3991ac-615b-4f85-a886-eb9b7805c6f5" providerId="ADAL" clId="{305ACABA-E465-45F7-96AF-5D70601370FF}" dt="2026-02-18T15:01:00.754" v="90" actId="700"/>
          <ac:spMkLst>
            <pc:docMk/>
            <pc:sldMk cId="63091577" sldId="273"/>
            <ac:spMk id="5" creationId="{D307D148-3111-2DC4-9746-C8748B73EB16}"/>
          </ac:spMkLst>
        </pc:spChg>
        <pc:spChg chg="add del mod ord">
          <ac:chgData name="Oscar Anibal Miranda Mercado" userId="bb3991ac-615b-4f85-a886-eb9b7805c6f5" providerId="ADAL" clId="{305ACABA-E465-45F7-96AF-5D70601370FF}" dt="2026-02-18T15:01:00.754" v="90" actId="700"/>
          <ac:spMkLst>
            <pc:docMk/>
            <pc:sldMk cId="63091577" sldId="273"/>
            <ac:spMk id="6" creationId="{3ADA4F37-2DE5-B06C-663F-8813CFB6A5A0}"/>
          </ac:spMkLst>
        </pc:spChg>
      </pc:sldChg>
      <pc:sldChg chg="delSp new del mod modClrScheme chgLayout">
        <pc:chgData name="Oscar Anibal Miranda Mercado" userId="bb3991ac-615b-4f85-a886-eb9b7805c6f5" providerId="ADAL" clId="{305ACABA-E465-45F7-96AF-5D70601370FF}" dt="2026-02-18T15:38:55.870" v="624" actId="47"/>
        <pc:sldMkLst>
          <pc:docMk/>
          <pc:sldMk cId="3035759236" sldId="273"/>
        </pc:sldMkLst>
        <pc:spChg chg="del">
          <ac:chgData name="Oscar Anibal Miranda Mercado" userId="bb3991ac-615b-4f85-a886-eb9b7805c6f5" providerId="ADAL" clId="{305ACABA-E465-45F7-96AF-5D70601370FF}" dt="2026-02-18T15:10:34.003" v="160" actId="700"/>
          <ac:spMkLst>
            <pc:docMk/>
            <pc:sldMk cId="3035759236" sldId="273"/>
            <ac:spMk id="2" creationId="{DFF2520E-6C89-0BF4-08EA-08BE61C65A03}"/>
          </ac:spMkLst>
        </pc:spChg>
      </pc:sldChg>
      <pc:sldChg chg="addSp delSp modSp new mod modClrScheme chgLayout">
        <pc:chgData name="Oscar Anibal Miranda Mercado" userId="bb3991ac-615b-4f85-a886-eb9b7805c6f5" providerId="ADAL" clId="{305ACABA-E465-45F7-96AF-5D70601370FF}" dt="2026-02-18T15:40:15.343" v="677" actId="27636"/>
        <pc:sldMkLst>
          <pc:docMk/>
          <pc:sldMk cId="869860174" sldId="274"/>
        </pc:sldMkLst>
        <pc:spChg chg="del mod ord">
          <ac:chgData name="Oscar Anibal Miranda Mercado" userId="bb3991ac-615b-4f85-a886-eb9b7805c6f5" providerId="ADAL" clId="{305ACABA-E465-45F7-96AF-5D70601370FF}" dt="2026-02-18T15:10:54.406" v="164" actId="700"/>
          <ac:spMkLst>
            <pc:docMk/>
            <pc:sldMk cId="869860174" sldId="274"/>
            <ac:spMk id="2" creationId="{F864D91F-374A-0374-D5DC-C932F073E224}"/>
          </ac:spMkLst>
        </pc:spChg>
        <pc:spChg chg="del">
          <ac:chgData name="Oscar Anibal Miranda Mercado" userId="bb3991ac-615b-4f85-a886-eb9b7805c6f5" providerId="ADAL" clId="{305ACABA-E465-45F7-96AF-5D70601370FF}" dt="2026-02-18T15:10:54.406" v="164" actId="700"/>
          <ac:spMkLst>
            <pc:docMk/>
            <pc:sldMk cId="869860174" sldId="274"/>
            <ac:spMk id="3" creationId="{89A2100A-D2C2-B23E-EE40-5A33CDAB77D3}"/>
          </ac:spMkLst>
        </pc:spChg>
        <pc:spChg chg="del">
          <ac:chgData name="Oscar Anibal Miranda Mercado" userId="bb3991ac-615b-4f85-a886-eb9b7805c6f5" providerId="ADAL" clId="{305ACABA-E465-45F7-96AF-5D70601370FF}" dt="2026-02-18T15:10:54.406" v="164" actId="700"/>
          <ac:spMkLst>
            <pc:docMk/>
            <pc:sldMk cId="869860174" sldId="274"/>
            <ac:spMk id="4" creationId="{C675AFDD-59E8-576A-CDDF-0C78D5D10FD3}"/>
          </ac:spMkLst>
        </pc:spChg>
        <pc:spChg chg="add del mod ord">
          <ac:chgData name="Oscar Anibal Miranda Mercado" userId="bb3991ac-615b-4f85-a886-eb9b7805c6f5" providerId="ADAL" clId="{305ACABA-E465-45F7-96AF-5D70601370FF}" dt="2026-02-18T15:16:35.350" v="236" actId="700"/>
          <ac:spMkLst>
            <pc:docMk/>
            <pc:sldMk cId="869860174" sldId="274"/>
            <ac:spMk id="5" creationId="{1327F998-8947-55BB-49DF-9024FC46012B}"/>
          </ac:spMkLst>
        </pc:spChg>
        <pc:spChg chg="add del mod ord">
          <ac:chgData name="Oscar Anibal Miranda Mercado" userId="bb3991ac-615b-4f85-a886-eb9b7805c6f5" providerId="ADAL" clId="{305ACABA-E465-45F7-96AF-5D70601370FF}" dt="2026-02-18T15:14:21.471" v="205" actId="6264"/>
          <ac:spMkLst>
            <pc:docMk/>
            <pc:sldMk cId="869860174" sldId="274"/>
            <ac:spMk id="6" creationId="{40D92E3F-9240-7917-9993-CD1BB20934CB}"/>
          </ac:spMkLst>
        </pc:spChg>
        <pc:spChg chg="add del mod ord">
          <ac:chgData name="Oscar Anibal Miranda Mercado" userId="bb3991ac-615b-4f85-a886-eb9b7805c6f5" providerId="ADAL" clId="{305ACABA-E465-45F7-96AF-5D70601370FF}" dt="2026-02-18T15:14:21.024" v="204" actId="700"/>
          <ac:spMkLst>
            <pc:docMk/>
            <pc:sldMk cId="869860174" sldId="274"/>
            <ac:spMk id="7" creationId="{3F68DF73-1DE5-C0D0-FAFA-3AC6B9282755}"/>
          </ac:spMkLst>
        </pc:spChg>
        <pc:spChg chg="add del mod ord">
          <ac:chgData name="Oscar Anibal Miranda Mercado" userId="bb3991ac-615b-4f85-a886-eb9b7805c6f5" providerId="ADAL" clId="{305ACABA-E465-45F7-96AF-5D70601370FF}" dt="2026-02-18T15:14:21.024" v="204" actId="700"/>
          <ac:spMkLst>
            <pc:docMk/>
            <pc:sldMk cId="869860174" sldId="274"/>
            <ac:spMk id="8" creationId="{8CADB95F-6AFF-B0E9-38AB-2A55AB565C96}"/>
          </ac:spMkLst>
        </pc:spChg>
        <pc:spChg chg="add del mod ord">
          <ac:chgData name="Oscar Anibal Miranda Mercado" userId="bb3991ac-615b-4f85-a886-eb9b7805c6f5" providerId="ADAL" clId="{305ACABA-E465-45F7-96AF-5D70601370FF}" dt="2026-02-18T15:14:19.789" v="202" actId="6264"/>
          <ac:spMkLst>
            <pc:docMk/>
            <pc:sldMk cId="869860174" sldId="274"/>
            <ac:spMk id="9" creationId="{68CEB2B1-C750-1239-5DFC-6889D8C7A966}"/>
          </ac:spMkLst>
        </pc:spChg>
        <pc:spChg chg="add del mod ord">
          <ac:chgData name="Oscar Anibal Miranda Mercado" userId="bb3991ac-615b-4f85-a886-eb9b7805c6f5" providerId="ADAL" clId="{305ACABA-E465-45F7-96AF-5D70601370FF}" dt="2026-02-18T15:14:19.789" v="202" actId="6264"/>
          <ac:spMkLst>
            <pc:docMk/>
            <pc:sldMk cId="869860174" sldId="274"/>
            <ac:spMk id="10" creationId="{4240FADB-4555-BCAB-24D8-02FEC67F155F}"/>
          </ac:spMkLst>
        </pc:spChg>
        <pc:spChg chg="add del mod ord">
          <ac:chgData name="Oscar Anibal Miranda Mercado" userId="bb3991ac-615b-4f85-a886-eb9b7805c6f5" providerId="ADAL" clId="{305ACABA-E465-45F7-96AF-5D70601370FF}" dt="2026-02-18T15:36:59.973" v="575" actId="6264"/>
          <ac:spMkLst>
            <pc:docMk/>
            <pc:sldMk cId="869860174" sldId="274"/>
            <ac:spMk id="11" creationId="{C6B41BE8-10A8-D5CA-321A-A8DA1E24E375}"/>
          </ac:spMkLst>
        </pc:spChg>
        <pc:spChg chg="add mod ord">
          <ac:chgData name="Oscar Anibal Miranda Mercado" userId="bb3991ac-615b-4f85-a886-eb9b7805c6f5" providerId="ADAL" clId="{305ACABA-E465-45F7-96AF-5D70601370FF}" dt="2026-02-18T15:40:15.343" v="677" actId="27636"/>
          <ac:spMkLst>
            <pc:docMk/>
            <pc:sldMk cId="869860174" sldId="274"/>
            <ac:spMk id="12" creationId="{91211F97-4ECB-2559-F007-1C1C3D7A8B92}"/>
          </ac:spMkLst>
        </pc:spChg>
        <pc:spChg chg="add del mod">
          <ac:chgData name="Oscar Anibal Miranda Mercado" userId="bb3991ac-615b-4f85-a886-eb9b7805c6f5" providerId="ADAL" clId="{305ACABA-E465-45F7-96AF-5D70601370FF}" dt="2026-02-18T15:36:59.973" v="575" actId="6264"/>
          <ac:spMkLst>
            <pc:docMk/>
            <pc:sldMk cId="869860174" sldId="274"/>
            <ac:spMk id="13" creationId="{E8A3BBE3-33A7-B917-A3C9-CB08BAC292D9}"/>
          </ac:spMkLst>
        </pc:spChg>
        <pc:spChg chg="add del mod ord">
          <ac:chgData name="Oscar Anibal Miranda Mercado" userId="bb3991ac-615b-4f85-a886-eb9b7805c6f5" providerId="ADAL" clId="{305ACABA-E465-45F7-96AF-5D70601370FF}" dt="2026-02-18T15:37:19.686" v="581" actId="6264"/>
          <ac:spMkLst>
            <pc:docMk/>
            <pc:sldMk cId="869860174" sldId="274"/>
            <ac:spMk id="14" creationId="{3924C56B-3C72-C311-0E6D-0E5C31E5FC5A}"/>
          </ac:spMkLst>
        </pc:spChg>
        <pc:spChg chg="add del mod">
          <ac:chgData name="Oscar Anibal Miranda Mercado" userId="bb3991ac-615b-4f85-a886-eb9b7805c6f5" providerId="ADAL" clId="{305ACABA-E465-45F7-96AF-5D70601370FF}" dt="2026-02-18T15:37:19.686" v="581" actId="6264"/>
          <ac:spMkLst>
            <pc:docMk/>
            <pc:sldMk cId="869860174" sldId="274"/>
            <ac:spMk id="15" creationId="{4D020105-DE5B-5ED6-CCBF-220A48D2C662}"/>
          </ac:spMkLst>
        </pc:spChg>
        <pc:spChg chg="add mod ord">
          <ac:chgData name="Oscar Anibal Miranda Mercado" userId="bb3991ac-615b-4f85-a886-eb9b7805c6f5" providerId="ADAL" clId="{305ACABA-E465-45F7-96AF-5D70601370FF}" dt="2026-02-18T15:37:29.459" v="601" actId="20577"/>
          <ac:spMkLst>
            <pc:docMk/>
            <pc:sldMk cId="869860174" sldId="274"/>
            <ac:spMk id="16" creationId="{AFC915C6-BC59-1C5F-AADD-489676DD4FB1}"/>
          </ac:spMkLst>
        </pc:spChg>
      </pc:sldChg>
      <pc:sldChg chg="new del">
        <pc:chgData name="Oscar Anibal Miranda Mercado" userId="bb3991ac-615b-4f85-a886-eb9b7805c6f5" providerId="ADAL" clId="{305ACABA-E465-45F7-96AF-5D70601370FF}" dt="2026-02-18T15:14:20.683" v="203" actId="680"/>
        <pc:sldMkLst>
          <pc:docMk/>
          <pc:sldMk cId="461303062" sldId="275"/>
        </pc:sldMkLst>
      </pc:sldChg>
      <pc:sldChg chg="addSp delSp modSp new mod modClrScheme chgLayout">
        <pc:chgData name="Oscar Anibal Miranda Mercado" userId="bb3991ac-615b-4f85-a886-eb9b7805c6f5" providerId="ADAL" clId="{305ACABA-E465-45F7-96AF-5D70601370FF}" dt="2026-02-18T16:21:15.819" v="679" actId="20577"/>
        <pc:sldMkLst>
          <pc:docMk/>
          <pc:sldMk cId="3271446166" sldId="275"/>
        </pc:sldMkLst>
        <pc:spChg chg="del mod ord">
          <ac:chgData name="Oscar Anibal Miranda Mercado" userId="bb3991ac-615b-4f85-a886-eb9b7805c6f5" providerId="ADAL" clId="{305ACABA-E465-45F7-96AF-5D70601370FF}" dt="2026-02-18T15:16:29.399" v="234" actId="700"/>
          <ac:spMkLst>
            <pc:docMk/>
            <pc:sldMk cId="3271446166" sldId="275"/>
            <ac:spMk id="2" creationId="{7A5BD625-9C60-500C-1CF5-E29C6DB0F624}"/>
          </ac:spMkLst>
        </pc:spChg>
        <pc:spChg chg="del">
          <ac:chgData name="Oscar Anibal Miranda Mercado" userId="bb3991ac-615b-4f85-a886-eb9b7805c6f5" providerId="ADAL" clId="{305ACABA-E465-45F7-96AF-5D70601370FF}" dt="2026-02-18T15:16:29.399" v="234" actId="700"/>
          <ac:spMkLst>
            <pc:docMk/>
            <pc:sldMk cId="3271446166" sldId="275"/>
            <ac:spMk id="3" creationId="{24256709-5024-10D9-0A5D-DEA4A5E07A5B}"/>
          </ac:spMkLst>
        </pc:spChg>
        <pc:spChg chg="del">
          <ac:chgData name="Oscar Anibal Miranda Mercado" userId="bb3991ac-615b-4f85-a886-eb9b7805c6f5" providerId="ADAL" clId="{305ACABA-E465-45F7-96AF-5D70601370FF}" dt="2026-02-18T15:16:29.399" v="234" actId="700"/>
          <ac:spMkLst>
            <pc:docMk/>
            <pc:sldMk cId="3271446166" sldId="275"/>
            <ac:spMk id="4" creationId="{A4949860-8EAD-F1D1-64E3-347B3B1E0707}"/>
          </ac:spMkLst>
        </pc:spChg>
        <pc:spChg chg="add del mod ord">
          <ac:chgData name="Oscar Anibal Miranda Mercado" userId="bb3991ac-615b-4f85-a886-eb9b7805c6f5" providerId="ADAL" clId="{305ACABA-E465-45F7-96AF-5D70601370FF}" dt="2026-02-18T15:20:44.468" v="276" actId="700"/>
          <ac:spMkLst>
            <pc:docMk/>
            <pc:sldMk cId="3271446166" sldId="275"/>
            <ac:spMk id="5" creationId="{B1DA216B-3E51-A713-F7B2-CC73D68E49AE}"/>
          </ac:spMkLst>
        </pc:spChg>
        <pc:spChg chg="add del mod ord">
          <ac:chgData name="Oscar Anibal Miranda Mercado" userId="bb3991ac-615b-4f85-a886-eb9b7805c6f5" providerId="ADAL" clId="{305ACABA-E465-45F7-96AF-5D70601370FF}" dt="2026-02-18T15:21:16.795" v="280" actId="700"/>
          <ac:spMkLst>
            <pc:docMk/>
            <pc:sldMk cId="3271446166" sldId="275"/>
            <ac:spMk id="6" creationId="{440112B4-54C0-1531-FCB1-4BE267C7A7B4}"/>
          </ac:spMkLst>
        </pc:spChg>
        <pc:spChg chg="add del mod ord">
          <ac:chgData name="Oscar Anibal Miranda Mercado" userId="bb3991ac-615b-4f85-a886-eb9b7805c6f5" providerId="ADAL" clId="{305ACABA-E465-45F7-96AF-5D70601370FF}" dt="2026-02-18T15:21:16.795" v="280" actId="700"/>
          <ac:spMkLst>
            <pc:docMk/>
            <pc:sldMk cId="3271446166" sldId="275"/>
            <ac:spMk id="7" creationId="{FEC3F885-4FC2-892C-E0D0-D1A36DE666C8}"/>
          </ac:spMkLst>
        </pc:spChg>
        <pc:spChg chg="add mod ord">
          <ac:chgData name="Oscar Anibal Miranda Mercado" userId="bb3991ac-615b-4f85-a886-eb9b7805c6f5" providerId="ADAL" clId="{305ACABA-E465-45F7-96AF-5D70601370FF}" dt="2026-02-18T16:21:15.819" v="679" actId="20577"/>
          <ac:spMkLst>
            <pc:docMk/>
            <pc:sldMk cId="3271446166" sldId="275"/>
            <ac:spMk id="8" creationId="{5FDD2087-D88B-E910-6B44-F1DD4027AC5A}"/>
          </ac:spMkLst>
        </pc:spChg>
        <pc:spChg chg="add mod ord">
          <ac:chgData name="Oscar Anibal Miranda Mercado" userId="bb3991ac-615b-4f85-a886-eb9b7805c6f5" providerId="ADAL" clId="{305ACABA-E465-45F7-96AF-5D70601370FF}" dt="2026-02-18T15:36:45.437" v="574" actId="27636"/>
          <ac:spMkLst>
            <pc:docMk/>
            <pc:sldMk cId="3271446166" sldId="275"/>
            <ac:spMk id="9" creationId="{9968C8C0-4245-35B7-544B-09B0A7995871}"/>
          </ac:spMkLst>
        </pc:spChg>
      </pc:sldChg>
      <pc:sldChg chg="addSp delSp modSp new mod modClrScheme chgLayout">
        <pc:chgData name="Oscar Anibal Miranda Mercado" userId="bb3991ac-615b-4f85-a886-eb9b7805c6f5" providerId="ADAL" clId="{305ACABA-E465-45F7-96AF-5D70601370FF}" dt="2026-02-18T15:19:49.067" v="273"/>
        <pc:sldMkLst>
          <pc:docMk/>
          <pc:sldMk cId="2125684624" sldId="276"/>
        </pc:sldMkLst>
        <pc:spChg chg="del mod ord">
          <ac:chgData name="Oscar Anibal Miranda Mercado" userId="bb3991ac-615b-4f85-a886-eb9b7805c6f5" providerId="ADAL" clId="{305ACABA-E465-45F7-96AF-5D70601370FF}" dt="2026-02-18T15:17:37.594" v="245" actId="700"/>
          <ac:spMkLst>
            <pc:docMk/>
            <pc:sldMk cId="2125684624" sldId="276"/>
            <ac:spMk id="2" creationId="{F505A137-5A13-E909-CD30-F523D9DF274A}"/>
          </ac:spMkLst>
        </pc:spChg>
        <pc:spChg chg="del">
          <ac:chgData name="Oscar Anibal Miranda Mercado" userId="bb3991ac-615b-4f85-a886-eb9b7805c6f5" providerId="ADAL" clId="{305ACABA-E465-45F7-96AF-5D70601370FF}" dt="2026-02-18T15:17:37.594" v="245" actId="700"/>
          <ac:spMkLst>
            <pc:docMk/>
            <pc:sldMk cId="2125684624" sldId="276"/>
            <ac:spMk id="3" creationId="{DB74FE4B-2EB3-C96F-9F16-72FD60DE2054}"/>
          </ac:spMkLst>
        </pc:spChg>
        <pc:spChg chg="add del mod ord">
          <ac:chgData name="Oscar Anibal Miranda Mercado" userId="bb3991ac-615b-4f85-a886-eb9b7805c6f5" providerId="ADAL" clId="{305ACABA-E465-45F7-96AF-5D70601370FF}" dt="2026-02-18T15:19:21.076" v="259" actId="6264"/>
          <ac:spMkLst>
            <pc:docMk/>
            <pc:sldMk cId="2125684624" sldId="276"/>
            <ac:spMk id="4" creationId="{B2F4C8AC-21B8-B1BC-A215-8FEA4527EE0A}"/>
          </ac:spMkLst>
        </pc:spChg>
        <pc:spChg chg="add del mod ord">
          <ac:chgData name="Oscar Anibal Miranda Mercado" userId="bb3991ac-615b-4f85-a886-eb9b7805c6f5" providerId="ADAL" clId="{305ACABA-E465-45F7-96AF-5D70601370FF}" dt="2026-02-18T15:19:23.585" v="261" actId="700"/>
          <ac:spMkLst>
            <pc:docMk/>
            <pc:sldMk cId="2125684624" sldId="276"/>
            <ac:spMk id="5" creationId="{9995DB17-EA1A-3FD8-0F9F-3AC5ECD9BFC5}"/>
          </ac:spMkLst>
        </pc:spChg>
        <pc:spChg chg="add del mod ord">
          <ac:chgData name="Oscar Anibal Miranda Mercado" userId="bb3991ac-615b-4f85-a886-eb9b7805c6f5" providerId="ADAL" clId="{305ACABA-E465-45F7-96AF-5D70601370FF}" dt="2026-02-18T15:19:34.438" v="265" actId="6264"/>
          <ac:spMkLst>
            <pc:docMk/>
            <pc:sldMk cId="2125684624" sldId="276"/>
            <ac:spMk id="6" creationId="{7CCC023F-72DB-62D6-DD86-83DF3CAE64CF}"/>
          </ac:spMkLst>
        </pc:spChg>
        <pc:spChg chg="add del mod ord">
          <ac:chgData name="Oscar Anibal Miranda Mercado" userId="bb3991ac-615b-4f85-a886-eb9b7805c6f5" providerId="ADAL" clId="{305ACABA-E465-45F7-96AF-5D70601370FF}" dt="2026-02-18T15:19:34.438" v="265" actId="6264"/>
          <ac:spMkLst>
            <pc:docMk/>
            <pc:sldMk cId="2125684624" sldId="276"/>
            <ac:spMk id="7" creationId="{2AF8CD15-A957-42ED-20AF-250CC01EB98D}"/>
          </ac:spMkLst>
        </pc:spChg>
        <pc:spChg chg="add mod">
          <ac:chgData name="Oscar Anibal Miranda Mercado" userId="bb3991ac-615b-4f85-a886-eb9b7805c6f5" providerId="ADAL" clId="{305ACABA-E465-45F7-96AF-5D70601370FF}" dt="2026-02-18T15:19:27.258" v="263"/>
          <ac:spMkLst>
            <pc:docMk/>
            <pc:sldMk cId="2125684624" sldId="276"/>
            <ac:spMk id="8" creationId="{EBE92D98-173D-AA1A-2239-D54C058F78E1}"/>
          </ac:spMkLst>
        </pc:spChg>
        <pc:spChg chg="add mod">
          <ac:chgData name="Oscar Anibal Miranda Mercado" userId="bb3991ac-615b-4f85-a886-eb9b7805c6f5" providerId="ADAL" clId="{305ACABA-E465-45F7-96AF-5D70601370FF}" dt="2026-02-18T15:19:27.258" v="263"/>
          <ac:spMkLst>
            <pc:docMk/>
            <pc:sldMk cId="2125684624" sldId="276"/>
            <ac:spMk id="9" creationId="{EF826AEA-F800-2A65-E96F-18F6A0E70C29}"/>
          </ac:spMkLst>
        </pc:spChg>
        <pc:spChg chg="add mod">
          <ac:chgData name="Oscar Anibal Miranda Mercado" userId="bb3991ac-615b-4f85-a886-eb9b7805c6f5" providerId="ADAL" clId="{305ACABA-E465-45F7-96AF-5D70601370FF}" dt="2026-02-18T15:19:27.258" v="263"/>
          <ac:spMkLst>
            <pc:docMk/>
            <pc:sldMk cId="2125684624" sldId="276"/>
            <ac:spMk id="11" creationId="{BDBE1296-07C3-FFA4-D68E-00C1169AF082}"/>
          </ac:spMkLst>
        </pc:spChg>
        <pc:spChg chg="add mod">
          <ac:chgData name="Oscar Anibal Miranda Mercado" userId="bb3991ac-615b-4f85-a886-eb9b7805c6f5" providerId="ADAL" clId="{305ACABA-E465-45F7-96AF-5D70601370FF}" dt="2026-02-18T15:19:27.258" v="263"/>
          <ac:spMkLst>
            <pc:docMk/>
            <pc:sldMk cId="2125684624" sldId="276"/>
            <ac:spMk id="12" creationId="{644E5003-417F-70B5-C7D7-DCA6A55C152A}"/>
          </ac:spMkLst>
        </pc:spChg>
        <pc:spChg chg="add mod">
          <ac:chgData name="Oscar Anibal Miranda Mercado" userId="bb3991ac-615b-4f85-a886-eb9b7805c6f5" providerId="ADAL" clId="{305ACABA-E465-45F7-96AF-5D70601370FF}" dt="2026-02-18T15:19:27.258" v="263"/>
          <ac:spMkLst>
            <pc:docMk/>
            <pc:sldMk cId="2125684624" sldId="276"/>
            <ac:spMk id="15" creationId="{5D17C349-D64C-CA07-EFF9-8FA22BE01740}"/>
          </ac:spMkLst>
        </pc:spChg>
        <pc:spChg chg="add mod">
          <ac:chgData name="Oscar Anibal Miranda Mercado" userId="bb3991ac-615b-4f85-a886-eb9b7805c6f5" providerId="ADAL" clId="{305ACABA-E465-45F7-96AF-5D70601370FF}" dt="2026-02-18T15:19:27.258" v="263"/>
          <ac:spMkLst>
            <pc:docMk/>
            <pc:sldMk cId="2125684624" sldId="276"/>
            <ac:spMk id="16" creationId="{017BD3C8-B496-297A-3659-79569DF65529}"/>
          </ac:spMkLst>
        </pc:spChg>
        <pc:spChg chg="add mod">
          <ac:chgData name="Oscar Anibal Miranda Mercado" userId="bb3991ac-615b-4f85-a886-eb9b7805c6f5" providerId="ADAL" clId="{305ACABA-E465-45F7-96AF-5D70601370FF}" dt="2026-02-18T15:19:27.258" v="263"/>
          <ac:spMkLst>
            <pc:docMk/>
            <pc:sldMk cId="2125684624" sldId="276"/>
            <ac:spMk id="18" creationId="{61A38146-E7E1-92BF-0261-B19BE6401E51}"/>
          </ac:spMkLst>
        </pc:spChg>
        <pc:spChg chg="add mod">
          <ac:chgData name="Oscar Anibal Miranda Mercado" userId="bb3991ac-615b-4f85-a886-eb9b7805c6f5" providerId="ADAL" clId="{305ACABA-E465-45F7-96AF-5D70601370FF}" dt="2026-02-18T15:19:27.258" v="263"/>
          <ac:spMkLst>
            <pc:docMk/>
            <pc:sldMk cId="2125684624" sldId="276"/>
            <ac:spMk id="19" creationId="{FDC05F37-6B6B-CFF9-D3CD-EC3A62C098FC}"/>
          </ac:spMkLst>
        </pc:spChg>
        <pc:spChg chg="add mod">
          <ac:chgData name="Oscar Anibal Miranda Mercado" userId="bb3991ac-615b-4f85-a886-eb9b7805c6f5" providerId="ADAL" clId="{305ACABA-E465-45F7-96AF-5D70601370FF}" dt="2026-02-18T15:19:27.258" v="263"/>
          <ac:spMkLst>
            <pc:docMk/>
            <pc:sldMk cId="2125684624" sldId="276"/>
            <ac:spMk id="20" creationId="{BF14D3A3-8A77-2CAF-B95D-3DDACE96460D}"/>
          </ac:spMkLst>
        </pc:spChg>
        <pc:spChg chg="add mod">
          <ac:chgData name="Oscar Anibal Miranda Mercado" userId="bb3991ac-615b-4f85-a886-eb9b7805c6f5" providerId="ADAL" clId="{305ACABA-E465-45F7-96AF-5D70601370FF}" dt="2026-02-18T15:19:27.258" v="263"/>
          <ac:spMkLst>
            <pc:docMk/>
            <pc:sldMk cId="2125684624" sldId="276"/>
            <ac:spMk id="21" creationId="{210361C2-94AE-8623-342C-4C317C21DD1E}"/>
          </ac:spMkLst>
        </pc:spChg>
        <pc:spChg chg="add mod ord">
          <ac:chgData name="Oscar Anibal Miranda Mercado" userId="bb3991ac-615b-4f85-a886-eb9b7805c6f5" providerId="ADAL" clId="{305ACABA-E465-45F7-96AF-5D70601370FF}" dt="2026-02-18T15:19:34.446" v="266" actId="27636"/>
          <ac:spMkLst>
            <pc:docMk/>
            <pc:sldMk cId="2125684624" sldId="276"/>
            <ac:spMk id="24" creationId="{A77F89FE-1533-8A8D-91FF-29274CFDA081}"/>
          </ac:spMkLst>
        </pc:spChg>
        <pc:spChg chg="add mod ord">
          <ac:chgData name="Oscar Anibal Miranda Mercado" userId="bb3991ac-615b-4f85-a886-eb9b7805c6f5" providerId="ADAL" clId="{305ACABA-E465-45F7-96AF-5D70601370FF}" dt="2026-02-18T15:19:49.067" v="273"/>
          <ac:spMkLst>
            <pc:docMk/>
            <pc:sldMk cId="2125684624" sldId="276"/>
            <ac:spMk id="25" creationId="{40B57AD3-FE02-C0B4-939D-FC6D83676753}"/>
          </ac:spMkLst>
        </pc:spChg>
      </pc:sldChg>
      <pc:sldChg chg="new del">
        <pc:chgData name="Oscar Anibal Miranda Mercado" userId="bb3991ac-615b-4f85-a886-eb9b7805c6f5" providerId="ADAL" clId="{305ACABA-E465-45F7-96AF-5D70601370FF}" dt="2026-02-18T15:24:12.493" v="330" actId="680"/>
        <pc:sldMkLst>
          <pc:docMk/>
          <pc:sldMk cId="1498023305" sldId="277"/>
        </pc:sldMkLst>
      </pc:sldChg>
      <pc:sldChg chg="addSp delSp modSp new add del mod modClrScheme chgLayout">
        <pc:chgData name="Oscar Anibal Miranda Mercado" userId="bb3991ac-615b-4f85-a886-eb9b7805c6f5" providerId="ADAL" clId="{305ACABA-E465-45F7-96AF-5D70601370FF}" dt="2026-02-18T15:26:06.492" v="361" actId="47"/>
        <pc:sldMkLst>
          <pc:docMk/>
          <pc:sldMk cId="2102636682" sldId="277"/>
        </pc:sldMkLst>
        <pc:spChg chg="del mod ord">
          <ac:chgData name="Oscar Anibal Miranda Mercado" userId="bb3991ac-615b-4f85-a886-eb9b7805c6f5" providerId="ADAL" clId="{305ACABA-E465-45F7-96AF-5D70601370FF}" dt="2026-02-18T15:22:03.563" v="300" actId="700"/>
          <ac:spMkLst>
            <pc:docMk/>
            <pc:sldMk cId="2102636682" sldId="277"/>
            <ac:spMk id="2" creationId="{9BBD1E6A-02A7-EEB6-7EF4-FBC050F0488D}"/>
          </ac:spMkLst>
        </pc:spChg>
        <pc:spChg chg="del mod ord">
          <ac:chgData name="Oscar Anibal Miranda Mercado" userId="bb3991ac-615b-4f85-a886-eb9b7805c6f5" providerId="ADAL" clId="{305ACABA-E465-45F7-96AF-5D70601370FF}" dt="2026-02-18T15:22:03.563" v="300" actId="700"/>
          <ac:spMkLst>
            <pc:docMk/>
            <pc:sldMk cId="2102636682" sldId="277"/>
            <ac:spMk id="3" creationId="{BB02ECA3-EF89-DC9C-C531-C9DD2A20BB00}"/>
          </ac:spMkLst>
        </pc:spChg>
        <pc:spChg chg="add del mod ord">
          <ac:chgData name="Oscar Anibal Miranda Mercado" userId="bb3991ac-615b-4f85-a886-eb9b7805c6f5" providerId="ADAL" clId="{305ACABA-E465-45F7-96AF-5D70601370FF}" dt="2026-02-18T15:24:27.063" v="334" actId="6264"/>
          <ac:spMkLst>
            <pc:docMk/>
            <pc:sldMk cId="2102636682" sldId="277"/>
            <ac:spMk id="4" creationId="{3B3B7587-477C-DE34-8B15-B74070CF240B}"/>
          </ac:spMkLst>
        </pc:spChg>
        <pc:spChg chg="add del mod ord">
          <ac:chgData name="Oscar Anibal Miranda Mercado" userId="bb3991ac-615b-4f85-a886-eb9b7805c6f5" providerId="ADAL" clId="{305ACABA-E465-45F7-96AF-5D70601370FF}" dt="2026-02-18T15:24:27.063" v="334" actId="6264"/>
          <ac:spMkLst>
            <pc:docMk/>
            <pc:sldMk cId="2102636682" sldId="277"/>
            <ac:spMk id="5" creationId="{161E5FE0-CD10-C75A-07E2-173E3F9A8888}"/>
          </ac:spMkLst>
        </pc:spChg>
        <pc:spChg chg="add del mod ord">
          <ac:chgData name="Oscar Anibal Miranda Mercado" userId="bb3991ac-615b-4f85-a886-eb9b7805c6f5" providerId="ADAL" clId="{305ACABA-E465-45F7-96AF-5D70601370FF}" dt="2026-02-18T15:24:14.809" v="332" actId="6264"/>
          <ac:spMkLst>
            <pc:docMk/>
            <pc:sldMk cId="2102636682" sldId="277"/>
            <ac:spMk id="6" creationId="{ACBA380C-315D-4802-531A-E7ADF624CB61}"/>
          </ac:spMkLst>
        </pc:spChg>
        <pc:spChg chg="add del mod ord">
          <ac:chgData name="Oscar Anibal Miranda Mercado" userId="bb3991ac-615b-4f85-a886-eb9b7805c6f5" providerId="ADAL" clId="{305ACABA-E465-45F7-96AF-5D70601370FF}" dt="2026-02-18T15:24:14.809" v="332" actId="6264"/>
          <ac:spMkLst>
            <pc:docMk/>
            <pc:sldMk cId="2102636682" sldId="277"/>
            <ac:spMk id="7" creationId="{F986962F-2A1E-5C5D-EBE3-C4FA332025B8}"/>
          </ac:spMkLst>
        </pc:spChg>
        <pc:spChg chg="add del mod ord">
          <ac:chgData name="Oscar Anibal Miranda Mercado" userId="bb3991ac-615b-4f85-a886-eb9b7805c6f5" providerId="ADAL" clId="{305ACABA-E465-45F7-96AF-5D70601370FF}" dt="2026-02-18T15:24:14.809" v="332" actId="6264"/>
          <ac:spMkLst>
            <pc:docMk/>
            <pc:sldMk cId="2102636682" sldId="277"/>
            <ac:spMk id="8" creationId="{18E9E86D-07DA-62F4-6EE7-41C58C5820B8}"/>
          </ac:spMkLst>
        </pc:spChg>
        <pc:spChg chg="add mod ord">
          <ac:chgData name="Oscar Anibal Miranda Mercado" userId="bb3991ac-615b-4f85-a886-eb9b7805c6f5" providerId="ADAL" clId="{305ACABA-E465-45F7-96AF-5D70601370FF}" dt="2026-02-18T15:24:27.063" v="334" actId="6264"/>
          <ac:spMkLst>
            <pc:docMk/>
            <pc:sldMk cId="2102636682" sldId="277"/>
            <ac:spMk id="9" creationId="{E5CA2E2C-B10A-C722-C97A-D9E23629BBE7}"/>
          </ac:spMkLst>
        </pc:spChg>
        <pc:spChg chg="add mod ord">
          <ac:chgData name="Oscar Anibal Miranda Mercado" userId="bb3991ac-615b-4f85-a886-eb9b7805c6f5" providerId="ADAL" clId="{305ACABA-E465-45F7-96AF-5D70601370FF}" dt="2026-02-18T15:24:27.063" v="334" actId="6264"/>
          <ac:spMkLst>
            <pc:docMk/>
            <pc:sldMk cId="2102636682" sldId="277"/>
            <ac:spMk id="10" creationId="{46119FFA-0BBB-4ADA-1F1B-3CC36A4B5171}"/>
          </ac:spMkLst>
        </pc:spChg>
        <pc:spChg chg="add mod ord">
          <ac:chgData name="Oscar Anibal Miranda Mercado" userId="bb3991ac-615b-4f85-a886-eb9b7805c6f5" providerId="ADAL" clId="{305ACABA-E465-45F7-96AF-5D70601370FF}" dt="2026-02-18T15:24:27.063" v="334" actId="6264"/>
          <ac:spMkLst>
            <pc:docMk/>
            <pc:sldMk cId="2102636682" sldId="277"/>
            <ac:spMk id="11" creationId="{2E0F1B1B-04CB-6A81-D521-70197E85AAD0}"/>
          </ac:spMkLst>
        </pc:spChg>
      </pc:sldChg>
      <pc:sldChg chg="addSp delSp modSp new mod modClrScheme chgLayout">
        <pc:chgData name="Oscar Anibal Miranda Mercado" userId="bb3991ac-615b-4f85-a886-eb9b7805c6f5" providerId="ADAL" clId="{305ACABA-E465-45F7-96AF-5D70601370FF}" dt="2026-02-18T15:28:44.489" v="416" actId="27636"/>
        <pc:sldMkLst>
          <pc:docMk/>
          <pc:sldMk cId="3340815041" sldId="277"/>
        </pc:sldMkLst>
        <pc:spChg chg="del mod ord">
          <ac:chgData name="Oscar Anibal Miranda Mercado" userId="bb3991ac-615b-4f85-a886-eb9b7805c6f5" providerId="ADAL" clId="{305ACABA-E465-45F7-96AF-5D70601370FF}" dt="2026-02-18T15:26:11.362" v="364" actId="700"/>
          <ac:spMkLst>
            <pc:docMk/>
            <pc:sldMk cId="3340815041" sldId="277"/>
            <ac:spMk id="2" creationId="{0FEBCD8F-9DC6-2D4F-331F-7FCE3D14C17A}"/>
          </ac:spMkLst>
        </pc:spChg>
        <pc:spChg chg="del mod ord">
          <ac:chgData name="Oscar Anibal Miranda Mercado" userId="bb3991ac-615b-4f85-a886-eb9b7805c6f5" providerId="ADAL" clId="{305ACABA-E465-45F7-96AF-5D70601370FF}" dt="2026-02-18T15:26:11.362" v="364" actId="700"/>
          <ac:spMkLst>
            <pc:docMk/>
            <pc:sldMk cId="3340815041" sldId="277"/>
            <ac:spMk id="3" creationId="{1FD9CB3F-2A57-B715-7F86-95BE652BA7F1}"/>
          </ac:spMkLst>
        </pc:spChg>
        <pc:spChg chg="add mod ord">
          <ac:chgData name="Oscar Anibal Miranda Mercado" userId="bb3991ac-615b-4f85-a886-eb9b7805c6f5" providerId="ADAL" clId="{305ACABA-E465-45F7-96AF-5D70601370FF}" dt="2026-02-18T15:28:34.538" v="414" actId="20577"/>
          <ac:spMkLst>
            <pc:docMk/>
            <pc:sldMk cId="3340815041" sldId="277"/>
            <ac:spMk id="4" creationId="{2A941D20-8802-E337-E90B-E388CDA9361E}"/>
          </ac:spMkLst>
        </pc:spChg>
        <pc:spChg chg="add mod ord">
          <ac:chgData name="Oscar Anibal Miranda Mercado" userId="bb3991ac-615b-4f85-a886-eb9b7805c6f5" providerId="ADAL" clId="{305ACABA-E465-45F7-96AF-5D70601370FF}" dt="2026-02-18T15:28:44.489" v="416" actId="27636"/>
          <ac:spMkLst>
            <pc:docMk/>
            <pc:sldMk cId="3340815041" sldId="277"/>
            <ac:spMk id="5" creationId="{85A6C97B-3560-F2D2-F013-F9BC87FEA982}"/>
          </ac:spMkLst>
        </pc:spChg>
      </pc:sldChg>
      <pc:sldChg chg="new del">
        <pc:chgData name="Oscar Anibal Miranda Mercado" userId="bb3991ac-615b-4f85-a886-eb9b7805c6f5" providerId="ADAL" clId="{305ACABA-E465-45F7-96AF-5D70601370FF}" dt="2026-02-18T15:24:55.130" v="340" actId="680"/>
        <pc:sldMkLst>
          <pc:docMk/>
          <pc:sldMk cId="3514526329" sldId="277"/>
        </pc:sldMkLst>
      </pc:sldChg>
      <pc:sldChg chg="addSp delSp modSp new del mod chgLayout">
        <pc:chgData name="Oscar Anibal Miranda Mercado" userId="bb3991ac-615b-4f85-a886-eb9b7805c6f5" providerId="ADAL" clId="{305ACABA-E465-45F7-96AF-5D70601370FF}" dt="2026-02-18T15:24:42.360" v="337" actId="47"/>
        <pc:sldMkLst>
          <pc:docMk/>
          <pc:sldMk cId="717775961" sldId="278"/>
        </pc:sldMkLst>
        <pc:spChg chg="del">
          <ac:chgData name="Oscar Anibal Miranda Mercado" userId="bb3991ac-615b-4f85-a886-eb9b7805c6f5" providerId="ADAL" clId="{305ACABA-E465-45F7-96AF-5D70601370FF}" dt="2026-02-18T15:24:40.477" v="336" actId="700"/>
          <ac:spMkLst>
            <pc:docMk/>
            <pc:sldMk cId="717775961" sldId="278"/>
            <ac:spMk id="2" creationId="{406F949F-5A73-6499-E6C8-C06387DB8778}"/>
          </ac:spMkLst>
        </pc:spChg>
        <pc:spChg chg="del">
          <ac:chgData name="Oscar Anibal Miranda Mercado" userId="bb3991ac-615b-4f85-a886-eb9b7805c6f5" providerId="ADAL" clId="{305ACABA-E465-45F7-96AF-5D70601370FF}" dt="2026-02-18T15:24:40.477" v="336" actId="700"/>
          <ac:spMkLst>
            <pc:docMk/>
            <pc:sldMk cId="717775961" sldId="278"/>
            <ac:spMk id="3" creationId="{84032DFB-B18E-8F64-D1F0-3278A9444FE7}"/>
          </ac:spMkLst>
        </pc:spChg>
        <pc:spChg chg="del">
          <ac:chgData name="Oscar Anibal Miranda Mercado" userId="bb3991ac-615b-4f85-a886-eb9b7805c6f5" providerId="ADAL" clId="{305ACABA-E465-45F7-96AF-5D70601370FF}" dt="2026-02-18T15:24:40.477" v="336" actId="700"/>
          <ac:spMkLst>
            <pc:docMk/>
            <pc:sldMk cId="717775961" sldId="278"/>
            <ac:spMk id="4" creationId="{A24B324C-FDC7-9906-BCAC-C828F8A39B71}"/>
          </ac:spMkLst>
        </pc:spChg>
        <pc:spChg chg="add mod ord">
          <ac:chgData name="Oscar Anibal Miranda Mercado" userId="bb3991ac-615b-4f85-a886-eb9b7805c6f5" providerId="ADAL" clId="{305ACABA-E465-45F7-96AF-5D70601370FF}" dt="2026-02-18T15:24:40.477" v="336" actId="700"/>
          <ac:spMkLst>
            <pc:docMk/>
            <pc:sldMk cId="717775961" sldId="278"/>
            <ac:spMk id="5" creationId="{7D5EDBC8-299F-C310-A902-F655DB52EEF3}"/>
          </ac:spMkLst>
        </pc:spChg>
        <pc:spChg chg="add mod ord">
          <ac:chgData name="Oscar Anibal Miranda Mercado" userId="bb3991ac-615b-4f85-a886-eb9b7805c6f5" providerId="ADAL" clId="{305ACABA-E465-45F7-96AF-5D70601370FF}" dt="2026-02-18T15:24:40.477" v="336" actId="700"/>
          <ac:spMkLst>
            <pc:docMk/>
            <pc:sldMk cId="717775961" sldId="278"/>
            <ac:spMk id="6" creationId="{D5B2202B-A00C-CB71-259B-87BD36E03761}"/>
          </ac:spMkLst>
        </pc:spChg>
        <pc:spChg chg="add mod ord">
          <ac:chgData name="Oscar Anibal Miranda Mercado" userId="bb3991ac-615b-4f85-a886-eb9b7805c6f5" providerId="ADAL" clId="{305ACABA-E465-45F7-96AF-5D70601370FF}" dt="2026-02-18T15:24:40.477" v="336" actId="700"/>
          <ac:spMkLst>
            <pc:docMk/>
            <pc:sldMk cId="717775961" sldId="278"/>
            <ac:spMk id="7" creationId="{D90D2196-8CF5-4B12-651B-A03C4B9300ED}"/>
          </ac:spMkLst>
        </pc:spChg>
      </pc:sldChg>
      <pc:sldChg chg="addSp delSp modSp new del mod modClrScheme chgLayout">
        <pc:chgData name="Oscar Anibal Miranda Mercado" userId="bb3991ac-615b-4f85-a886-eb9b7805c6f5" providerId="ADAL" clId="{305ACABA-E465-45F7-96AF-5D70601370FF}" dt="2026-02-18T15:26:07.299" v="362" actId="47"/>
        <pc:sldMkLst>
          <pc:docMk/>
          <pc:sldMk cId="2916192678" sldId="278"/>
        </pc:sldMkLst>
        <pc:spChg chg="del mod ord">
          <ac:chgData name="Oscar Anibal Miranda Mercado" userId="bb3991ac-615b-4f85-a886-eb9b7805c6f5" providerId="ADAL" clId="{305ACABA-E465-45F7-96AF-5D70601370FF}" dt="2026-02-18T15:26:02.659" v="359" actId="700"/>
          <ac:spMkLst>
            <pc:docMk/>
            <pc:sldMk cId="2916192678" sldId="278"/>
            <ac:spMk id="2" creationId="{8128441B-807D-C311-91D6-3A2B8A219156}"/>
          </ac:spMkLst>
        </pc:spChg>
        <pc:spChg chg="del mod ord">
          <ac:chgData name="Oscar Anibal Miranda Mercado" userId="bb3991ac-615b-4f85-a886-eb9b7805c6f5" providerId="ADAL" clId="{305ACABA-E465-45F7-96AF-5D70601370FF}" dt="2026-02-18T15:26:02.659" v="359" actId="700"/>
          <ac:spMkLst>
            <pc:docMk/>
            <pc:sldMk cId="2916192678" sldId="278"/>
            <ac:spMk id="3" creationId="{746046F7-78F0-A345-8AC3-FB00CC45859C}"/>
          </ac:spMkLst>
        </pc:spChg>
        <pc:spChg chg="del">
          <ac:chgData name="Oscar Anibal Miranda Mercado" userId="bb3991ac-615b-4f85-a886-eb9b7805c6f5" providerId="ADAL" clId="{305ACABA-E465-45F7-96AF-5D70601370FF}" dt="2026-02-18T15:26:02.659" v="359" actId="700"/>
          <ac:spMkLst>
            <pc:docMk/>
            <pc:sldMk cId="2916192678" sldId="278"/>
            <ac:spMk id="4" creationId="{E1B0F59E-7E94-ACCB-C9A3-4D5176B3298F}"/>
          </ac:spMkLst>
        </pc:spChg>
        <pc:spChg chg="add mod ord">
          <ac:chgData name="Oscar Anibal Miranda Mercado" userId="bb3991ac-615b-4f85-a886-eb9b7805c6f5" providerId="ADAL" clId="{305ACABA-E465-45F7-96AF-5D70601370FF}" dt="2026-02-18T15:26:02.693" v="360" actId="27636"/>
          <ac:spMkLst>
            <pc:docMk/>
            <pc:sldMk cId="2916192678" sldId="278"/>
            <ac:spMk id="5" creationId="{43546322-4688-3F2C-235E-9F2DDB95D712}"/>
          </ac:spMkLst>
        </pc:spChg>
        <pc:spChg chg="add mod ord">
          <ac:chgData name="Oscar Anibal Miranda Mercado" userId="bb3991ac-615b-4f85-a886-eb9b7805c6f5" providerId="ADAL" clId="{305ACABA-E465-45F7-96AF-5D70601370FF}" dt="2026-02-18T15:26:02.659" v="359" actId="700"/>
          <ac:spMkLst>
            <pc:docMk/>
            <pc:sldMk cId="2916192678" sldId="278"/>
            <ac:spMk id="6" creationId="{81F0A4E4-8517-6C78-152E-50FF5F0ACA54}"/>
          </ac:spMkLst>
        </pc:spChg>
      </pc:sldChg>
      <pc:sldChg chg="addSp delSp modSp new mod modClrScheme chgLayout">
        <pc:chgData name="Oscar Anibal Miranda Mercado" userId="bb3991ac-615b-4f85-a886-eb9b7805c6f5" providerId="ADAL" clId="{305ACABA-E465-45F7-96AF-5D70601370FF}" dt="2026-02-18T15:35:35.189" v="562" actId="20577"/>
        <pc:sldMkLst>
          <pc:docMk/>
          <pc:sldMk cId="4081300901" sldId="278"/>
        </pc:sldMkLst>
        <pc:spChg chg="del mod ord">
          <ac:chgData name="Oscar Anibal Miranda Mercado" userId="bb3991ac-615b-4f85-a886-eb9b7805c6f5" providerId="ADAL" clId="{305ACABA-E465-45F7-96AF-5D70601370FF}" dt="2026-02-18T15:26:32.911" v="367" actId="700"/>
          <ac:spMkLst>
            <pc:docMk/>
            <pc:sldMk cId="4081300901" sldId="278"/>
            <ac:spMk id="2" creationId="{6625D9C7-381A-2C0F-8133-765ACBA8DC50}"/>
          </ac:spMkLst>
        </pc:spChg>
        <pc:spChg chg="del mod ord">
          <ac:chgData name="Oscar Anibal Miranda Mercado" userId="bb3991ac-615b-4f85-a886-eb9b7805c6f5" providerId="ADAL" clId="{305ACABA-E465-45F7-96AF-5D70601370FF}" dt="2026-02-18T15:26:32.911" v="367" actId="700"/>
          <ac:spMkLst>
            <pc:docMk/>
            <pc:sldMk cId="4081300901" sldId="278"/>
            <ac:spMk id="3" creationId="{F8F915E9-9007-F792-D577-7773ADB35720}"/>
          </ac:spMkLst>
        </pc:spChg>
        <pc:spChg chg="add del mod ord">
          <ac:chgData name="Oscar Anibal Miranda Mercado" userId="bb3991ac-615b-4f85-a886-eb9b7805c6f5" providerId="ADAL" clId="{305ACABA-E465-45F7-96AF-5D70601370FF}" dt="2026-02-18T15:27:39.671" v="391" actId="6264"/>
          <ac:spMkLst>
            <pc:docMk/>
            <pc:sldMk cId="4081300901" sldId="278"/>
            <ac:spMk id="4" creationId="{3F64D7B1-C630-8266-ACEC-E2A259BCCAF9}"/>
          </ac:spMkLst>
        </pc:spChg>
        <pc:spChg chg="add del mod ord">
          <ac:chgData name="Oscar Anibal Miranda Mercado" userId="bb3991ac-615b-4f85-a886-eb9b7805c6f5" providerId="ADAL" clId="{305ACABA-E465-45F7-96AF-5D70601370FF}" dt="2026-02-18T15:27:39.671" v="391" actId="6264"/>
          <ac:spMkLst>
            <pc:docMk/>
            <pc:sldMk cId="4081300901" sldId="278"/>
            <ac:spMk id="5" creationId="{5EE9E172-7F26-E1D5-465F-7BCD7518ABB1}"/>
          </ac:spMkLst>
        </pc:spChg>
        <pc:spChg chg="add del mod ord">
          <ac:chgData name="Oscar Anibal Miranda Mercado" userId="bb3991ac-615b-4f85-a886-eb9b7805c6f5" providerId="ADAL" clId="{305ACABA-E465-45F7-96AF-5D70601370FF}" dt="2026-02-18T15:27:39.671" v="391" actId="6264"/>
          <ac:spMkLst>
            <pc:docMk/>
            <pc:sldMk cId="4081300901" sldId="278"/>
            <ac:spMk id="6" creationId="{5818D9DC-5EDA-736D-F958-90E6CD33B87E}"/>
          </ac:spMkLst>
        </pc:spChg>
        <pc:spChg chg="add del mod ord">
          <ac:chgData name="Oscar Anibal Miranda Mercado" userId="bb3991ac-615b-4f85-a886-eb9b7805c6f5" providerId="ADAL" clId="{305ACABA-E465-45F7-96AF-5D70601370FF}" dt="2026-02-18T15:28:16.861" v="405" actId="6264"/>
          <ac:spMkLst>
            <pc:docMk/>
            <pc:sldMk cId="4081300901" sldId="278"/>
            <ac:spMk id="7" creationId="{7DECCADF-49CF-1EDD-8CBB-FB981DEE3394}"/>
          </ac:spMkLst>
        </pc:spChg>
        <pc:spChg chg="add mod ord">
          <ac:chgData name="Oscar Anibal Miranda Mercado" userId="bb3991ac-615b-4f85-a886-eb9b7805c6f5" providerId="ADAL" clId="{305ACABA-E465-45F7-96AF-5D70601370FF}" dt="2026-02-18T15:28:16.861" v="405" actId="6264"/>
          <ac:spMkLst>
            <pc:docMk/>
            <pc:sldMk cId="4081300901" sldId="278"/>
            <ac:spMk id="8" creationId="{6E3797C6-5824-6358-4E99-F5B2F5AD9B2B}"/>
          </ac:spMkLst>
        </pc:spChg>
        <pc:spChg chg="add mod ord">
          <ac:chgData name="Oscar Anibal Miranda Mercado" userId="bb3991ac-615b-4f85-a886-eb9b7805c6f5" providerId="ADAL" clId="{305ACABA-E465-45F7-96AF-5D70601370FF}" dt="2026-02-18T15:28:16.882" v="406" actId="27636"/>
          <ac:spMkLst>
            <pc:docMk/>
            <pc:sldMk cId="4081300901" sldId="278"/>
            <ac:spMk id="9" creationId="{1BCCA63B-7657-5640-E75C-55ACA900C841}"/>
          </ac:spMkLst>
        </pc:spChg>
        <pc:spChg chg="add del mod">
          <ac:chgData name="Oscar Anibal Miranda Mercado" userId="bb3991ac-615b-4f85-a886-eb9b7805c6f5" providerId="ADAL" clId="{305ACABA-E465-45F7-96AF-5D70601370FF}" dt="2026-02-18T15:28:16.861" v="405" actId="6264"/>
          <ac:spMkLst>
            <pc:docMk/>
            <pc:sldMk cId="4081300901" sldId="278"/>
            <ac:spMk id="10" creationId="{C61CB863-53E0-AD3A-98E5-56B0BCB5A0B2}"/>
          </ac:spMkLst>
        </pc:spChg>
        <pc:spChg chg="add del mod">
          <ac:chgData name="Oscar Anibal Miranda Mercado" userId="bb3991ac-615b-4f85-a886-eb9b7805c6f5" providerId="ADAL" clId="{305ACABA-E465-45F7-96AF-5D70601370FF}" dt="2026-02-18T15:28:16.861" v="405" actId="6264"/>
          <ac:spMkLst>
            <pc:docMk/>
            <pc:sldMk cId="4081300901" sldId="278"/>
            <ac:spMk id="11" creationId="{515D7CDC-8B7F-E0D6-BCBC-8D858D1697AA}"/>
          </ac:spMkLst>
        </pc:spChg>
        <pc:spChg chg="add mod ord">
          <ac:chgData name="Oscar Anibal Miranda Mercado" userId="bb3991ac-615b-4f85-a886-eb9b7805c6f5" providerId="ADAL" clId="{305ACABA-E465-45F7-96AF-5D70601370FF}" dt="2026-02-18T15:35:35.189" v="562" actId="20577"/>
          <ac:spMkLst>
            <pc:docMk/>
            <pc:sldMk cId="4081300901" sldId="278"/>
            <ac:spMk id="12" creationId="{7E24452A-43DD-5A50-26C5-5B7A19F9C00D}"/>
          </ac:spMkLst>
        </pc:spChg>
      </pc:sldChg>
      <pc:sldChg chg="addSp delSp modSp new mod modClrScheme chgLayout">
        <pc:chgData name="Oscar Anibal Miranda Mercado" userId="bb3991ac-615b-4f85-a886-eb9b7805c6f5" providerId="ADAL" clId="{305ACABA-E465-45F7-96AF-5D70601370FF}" dt="2026-02-18T15:33:13.022" v="487" actId="6264"/>
        <pc:sldMkLst>
          <pc:docMk/>
          <pc:sldMk cId="520351452" sldId="279"/>
        </pc:sldMkLst>
        <pc:spChg chg="del mod ord">
          <ac:chgData name="Oscar Anibal Miranda Mercado" userId="bb3991ac-615b-4f85-a886-eb9b7805c6f5" providerId="ADAL" clId="{305ACABA-E465-45F7-96AF-5D70601370FF}" dt="2026-02-18T15:32:04.730" v="454" actId="700"/>
          <ac:spMkLst>
            <pc:docMk/>
            <pc:sldMk cId="520351452" sldId="279"/>
            <ac:spMk id="2" creationId="{E72B11EE-159A-8A4F-AC4C-6C218476CAAF}"/>
          </ac:spMkLst>
        </pc:spChg>
        <pc:spChg chg="del mod ord">
          <ac:chgData name="Oscar Anibal Miranda Mercado" userId="bb3991ac-615b-4f85-a886-eb9b7805c6f5" providerId="ADAL" clId="{305ACABA-E465-45F7-96AF-5D70601370FF}" dt="2026-02-18T15:32:04.730" v="454" actId="700"/>
          <ac:spMkLst>
            <pc:docMk/>
            <pc:sldMk cId="520351452" sldId="279"/>
            <ac:spMk id="3" creationId="{25C6BB84-BB97-8FDD-E47F-88E3A4DD91B4}"/>
          </ac:spMkLst>
        </pc:spChg>
        <pc:spChg chg="del mod ord">
          <ac:chgData name="Oscar Anibal Miranda Mercado" userId="bb3991ac-615b-4f85-a886-eb9b7805c6f5" providerId="ADAL" clId="{305ACABA-E465-45F7-96AF-5D70601370FF}" dt="2026-02-18T15:32:04.730" v="454" actId="700"/>
          <ac:spMkLst>
            <pc:docMk/>
            <pc:sldMk cId="520351452" sldId="279"/>
            <ac:spMk id="4" creationId="{F1B16915-462E-B4AC-7CA4-6D0EB845CD7F}"/>
          </ac:spMkLst>
        </pc:spChg>
        <pc:spChg chg="add mod ord">
          <ac:chgData name="Oscar Anibal Miranda Mercado" userId="bb3991ac-615b-4f85-a886-eb9b7805c6f5" providerId="ADAL" clId="{305ACABA-E465-45F7-96AF-5D70601370FF}" dt="2026-02-18T15:33:13.022" v="487" actId="6264"/>
          <ac:spMkLst>
            <pc:docMk/>
            <pc:sldMk cId="520351452" sldId="279"/>
            <ac:spMk id="5" creationId="{731014A9-0F9E-6841-30A7-D648C4860F49}"/>
          </ac:spMkLst>
        </pc:spChg>
        <pc:spChg chg="add mod ord">
          <ac:chgData name="Oscar Anibal Miranda Mercado" userId="bb3991ac-615b-4f85-a886-eb9b7805c6f5" providerId="ADAL" clId="{305ACABA-E465-45F7-96AF-5D70601370FF}" dt="2026-02-18T15:33:13.022" v="487" actId="6264"/>
          <ac:spMkLst>
            <pc:docMk/>
            <pc:sldMk cId="520351452" sldId="279"/>
            <ac:spMk id="6" creationId="{CCB74091-C27E-418C-3A46-8F7110DA2A72}"/>
          </ac:spMkLst>
        </pc:spChg>
        <pc:spChg chg="add mod ord">
          <ac:chgData name="Oscar Anibal Miranda Mercado" userId="bb3991ac-615b-4f85-a886-eb9b7805c6f5" providerId="ADAL" clId="{305ACABA-E465-45F7-96AF-5D70601370FF}" dt="2026-02-18T15:33:13.022" v="487" actId="6264"/>
          <ac:spMkLst>
            <pc:docMk/>
            <pc:sldMk cId="520351452" sldId="279"/>
            <ac:spMk id="7" creationId="{19B97E57-824D-B507-0186-1367F1FD4A15}"/>
          </ac:spMkLst>
        </pc:spChg>
        <pc:spChg chg="add del mod">
          <ac:chgData name="Oscar Anibal Miranda Mercado" userId="bb3991ac-615b-4f85-a886-eb9b7805c6f5" providerId="ADAL" clId="{305ACABA-E465-45F7-96AF-5D70601370FF}" dt="2026-02-18T15:33:13.022" v="487" actId="6264"/>
          <ac:spMkLst>
            <pc:docMk/>
            <pc:sldMk cId="520351452" sldId="279"/>
            <ac:spMk id="8" creationId="{17687116-00FC-23B3-C014-FCCD50E4F21A}"/>
          </ac:spMkLst>
        </pc:spChg>
        <pc:spChg chg="add del mod">
          <ac:chgData name="Oscar Anibal Miranda Mercado" userId="bb3991ac-615b-4f85-a886-eb9b7805c6f5" providerId="ADAL" clId="{305ACABA-E465-45F7-96AF-5D70601370FF}" dt="2026-02-18T15:33:13.022" v="487" actId="6264"/>
          <ac:spMkLst>
            <pc:docMk/>
            <pc:sldMk cId="520351452" sldId="279"/>
            <ac:spMk id="9" creationId="{DA704070-0E84-3EC2-D2CC-AD336442B77A}"/>
          </ac:spMkLst>
        </pc:spChg>
        <pc:spChg chg="add del mod">
          <ac:chgData name="Oscar Anibal Miranda Mercado" userId="bb3991ac-615b-4f85-a886-eb9b7805c6f5" providerId="ADAL" clId="{305ACABA-E465-45F7-96AF-5D70601370FF}" dt="2026-02-18T15:33:13.022" v="487" actId="6264"/>
          <ac:spMkLst>
            <pc:docMk/>
            <pc:sldMk cId="520351452" sldId="279"/>
            <ac:spMk id="10" creationId="{51CF0516-A17A-FD93-D390-A49CB67D4482}"/>
          </ac:spMkLst>
        </pc:spChg>
      </pc:sldChg>
      <pc:sldChg chg="addSp delSp modSp new del mod modClrScheme chgLayout">
        <pc:chgData name="Oscar Anibal Miranda Mercado" userId="bb3991ac-615b-4f85-a886-eb9b7805c6f5" providerId="ADAL" clId="{305ACABA-E465-45F7-96AF-5D70601370FF}" dt="2026-02-18T15:31:54.749" v="452" actId="47"/>
        <pc:sldMkLst>
          <pc:docMk/>
          <pc:sldMk cId="2433071996" sldId="279"/>
        </pc:sldMkLst>
        <pc:spChg chg="del">
          <ac:chgData name="Oscar Anibal Miranda Mercado" userId="bb3991ac-615b-4f85-a886-eb9b7805c6f5" providerId="ADAL" clId="{305ACABA-E465-45F7-96AF-5D70601370FF}" dt="2026-02-18T15:30:46.275" v="441" actId="700"/>
          <ac:spMkLst>
            <pc:docMk/>
            <pc:sldMk cId="2433071996" sldId="279"/>
            <ac:spMk id="2" creationId="{EB50B505-0CBB-07AF-3772-F0AA008D758E}"/>
          </ac:spMkLst>
        </pc:spChg>
        <pc:spChg chg="del mod ord">
          <ac:chgData name="Oscar Anibal Miranda Mercado" userId="bb3991ac-615b-4f85-a886-eb9b7805c6f5" providerId="ADAL" clId="{305ACABA-E465-45F7-96AF-5D70601370FF}" dt="2026-02-18T15:30:46.275" v="441" actId="700"/>
          <ac:spMkLst>
            <pc:docMk/>
            <pc:sldMk cId="2433071996" sldId="279"/>
            <ac:spMk id="3" creationId="{0502AB6E-56CA-6875-F5AD-C36286E3FFB2}"/>
          </ac:spMkLst>
        </pc:spChg>
        <pc:spChg chg="del mod ord">
          <ac:chgData name="Oscar Anibal Miranda Mercado" userId="bb3991ac-615b-4f85-a886-eb9b7805c6f5" providerId="ADAL" clId="{305ACABA-E465-45F7-96AF-5D70601370FF}" dt="2026-02-18T15:30:46.275" v="441" actId="700"/>
          <ac:spMkLst>
            <pc:docMk/>
            <pc:sldMk cId="2433071996" sldId="279"/>
            <ac:spMk id="4" creationId="{1253A859-32F1-FC0A-37D5-FA7055C4D22D}"/>
          </ac:spMkLst>
        </pc:spChg>
        <pc:spChg chg="add mod ord">
          <ac:chgData name="Oscar Anibal Miranda Mercado" userId="bb3991ac-615b-4f85-a886-eb9b7805c6f5" providerId="ADAL" clId="{305ACABA-E465-45F7-96AF-5D70601370FF}" dt="2026-02-18T15:30:46.275" v="441" actId="700"/>
          <ac:spMkLst>
            <pc:docMk/>
            <pc:sldMk cId="2433071996" sldId="279"/>
            <ac:spMk id="5" creationId="{0B4FF3C7-6174-C826-3EC5-1DFD00AA8BFD}"/>
          </ac:spMkLst>
        </pc:spChg>
        <pc:spChg chg="add mod ord">
          <ac:chgData name="Oscar Anibal Miranda Mercado" userId="bb3991ac-615b-4f85-a886-eb9b7805c6f5" providerId="ADAL" clId="{305ACABA-E465-45F7-96AF-5D70601370FF}" dt="2026-02-18T15:30:46.275" v="441" actId="700"/>
          <ac:spMkLst>
            <pc:docMk/>
            <pc:sldMk cId="2433071996" sldId="279"/>
            <ac:spMk id="6" creationId="{4C64C1D6-FF01-98E0-FA88-7EFFCE519119}"/>
          </ac:spMkLst>
        </pc:spChg>
      </pc:sldChg>
      <pc:sldChg chg="delSp new del mod modClrScheme chgLayout">
        <pc:chgData name="Oscar Anibal Miranda Mercado" userId="bb3991ac-615b-4f85-a886-eb9b7805c6f5" providerId="ADAL" clId="{305ACABA-E465-45F7-96AF-5D70601370FF}" dt="2026-02-18T15:29:53.338" v="432" actId="47"/>
        <pc:sldMkLst>
          <pc:docMk/>
          <pc:sldMk cId="2678920408" sldId="279"/>
        </pc:sldMkLst>
        <pc:spChg chg="del">
          <ac:chgData name="Oscar Anibal Miranda Mercado" userId="bb3991ac-615b-4f85-a886-eb9b7805c6f5" providerId="ADAL" clId="{305ACABA-E465-45F7-96AF-5D70601370FF}" dt="2026-02-18T15:28:27.306" v="409" actId="700"/>
          <ac:spMkLst>
            <pc:docMk/>
            <pc:sldMk cId="2678920408" sldId="279"/>
            <ac:spMk id="2" creationId="{8C9BB503-93B8-78B2-11F8-2C953E9BE819}"/>
          </ac:spMkLst>
        </pc:spChg>
        <pc:spChg chg="del">
          <ac:chgData name="Oscar Anibal Miranda Mercado" userId="bb3991ac-615b-4f85-a886-eb9b7805c6f5" providerId="ADAL" clId="{305ACABA-E465-45F7-96AF-5D70601370FF}" dt="2026-02-18T15:28:27.306" v="409" actId="700"/>
          <ac:spMkLst>
            <pc:docMk/>
            <pc:sldMk cId="2678920408" sldId="279"/>
            <ac:spMk id="3" creationId="{670D9538-DF1D-8B5B-E10C-28087395644A}"/>
          </ac:spMkLst>
        </pc:spChg>
        <pc:spChg chg="del">
          <ac:chgData name="Oscar Anibal Miranda Mercado" userId="bb3991ac-615b-4f85-a886-eb9b7805c6f5" providerId="ADAL" clId="{305ACABA-E465-45F7-96AF-5D70601370FF}" dt="2026-02-18T15:28:27.306" v="409" actId="700"/>
          <ac:spMkLst>
            <pc:docMk/>
            <pc:sldMk cId="2678920408" sldId="279"/>
            <ac:spMk id="4" creationId="{20F86B31-1C44-C159-CB17-CC839E0EABD7}"/>
          </ac:spMkLst>
        </pc:spChg>
      </pc:sldChg>
      <pc:sldChg chg="addSp delSp modSp new mod modClrScheme chgLayout">
        <pc:chgData name="Oscar Anibal Miranda Mercado" userId="bb3991ac-615b-4f85-a886-eb9b7805c6f5" providerId="ADAL" clId="{305ACABA-E465-45F7-96AF-5D70601370FF}" dt="2026-02-18T15:35:31.716" v="557" actId="20577"/>
        <pc:sldMkLst>
          <pc:docMk/>
          <pc:sldMk cId="781916384" sldId="280"/>
        </pc:sldMkLst>
        <pc:spChg chg="del mod ord">
          <ac:chgData name="Oscar Anibal Miranda Mercado" userId="bb3991ac-615b-4f85-a886-eb9b7805c6f5" providerId="ADAL" clId="{305ACABA-E465-45F7-96AF-5D70601370FF}" dt="2026-02-18T15:33:24.521" v="489" actId="700"/>
          <ac:spMkLst>
            <pc:docMk/>
            <pc:sldMk cId="781916384" sldId="280"/>
            <ac:spMk id="2" creationId="{DC32C1FB-7BD1-ABB3-7923-4256E201DDFA}"/>
          </ac:spMkLst>
        </pc:spChg>
        <pc:spChg chg="del">
          <ac:chgData name="Oscar Anibal Miranda Mercado" userId="bb3991ac-615b-4f85-a886-eb9b7805c6f5" providerId="ADAL" clId="{305ACABA-E465-45F7-96AF-5D70601370FF}" dt="2026-02-18T15:33:24.521" v="489" actId="700"/>
          <ac:spMkLst>
            <pc:docMk/>
            <pc:sldMk cId="781916384" sldId="280"/>
            <ac:spMk id="3" creationId="{898D0730-4B7D-5DB9-5743-5E3AF4DA087E}"/>
          </ac:spMkLst>
        </pc:spChg>
        <pc:spChg chg="del">
          <ac:chgData name="Oscar Anibal Miranda Mercado" userId="bb3991ac-615b-4f85-a886-eb9b7805c6f5" providerId="ADAL" clId="{305ACABA-E465-45F7-96AF-5D70601370FF}" dt="2026-02-18T15:33:24.521" v="489" actId="700"/>
          <ac:spMkLst>
            <pc:docMk/>
            <pc:sldMk cId="781916384" sldId="280"/>
            <ac:spMk id="4" creationId="{20139B7A-E623-8E13-18A4-32BADD074176}"/>
          </ac:spMkLst>
        </pc:spChg>
        <pc:spChg chg="add mod ord">
          <ac:chgData name="Oscar Anibal Miranda Mercado" userId="bb3991ac-615b-4f85-a886-eb9b7805c6f5" providerId="ADAL" clId="{305ACABA-E465-45F7-96AF-5D70601370FF}" dt="2026-02-18T15:35:31.716" v="557" actId="20577"/>
          <ac:spMkLst>
            <pc:docMk/>
            <pc:sldMk cId="781916384" sldId="280"/>
            <ac:spMk id="5" creationId="{C8C85937-AC45-BD37-840D-DCD922840F11}"/>
          </ac:spMkLst>
        </pc:spChg>
        <pc:spChg chg="add mod">
          <ac:chgData name="Oscar Anibal Miranda Mercado" userId="bb3991ac-615b-4f85-a886-eb9b7805c6f5" providerId="ADAL" clId="{305ACABA-E465-45F7-96AF-5D70601370FF}" dt="2026-02-18T15:33:25.217" v="491"/>
          <ac:spMkLst>
            <pc:docMk/>
            <pc:sldMk cId="781916384" sldId="280"/>
            <ac:spMk id="6" creationId="{DCF9C1FF-0DD7-1C1A-9027-88AE97A63976}"/>
          </ac:spMkLst>
        </pc:spChg>
        <pc:spChg chg="add mod">
          <ac:chgData name="Oscar Anibal Miranda Mercado" userId="bb3991ac-615b-4f85-a886-eb9b7805c6f5" providerId="ADAL" clId="{305ACABA-E465-45F7-96AF-5D70601370FF}" dt="2026-02-18T15:33:25.217" v="491"/>
          <ac:spMkLst>
            <pc:docMk/>
            <pc:sldMk cId="781916384" sldId="280"/>
            <ac:spMk id="7" creationId="{21642892-B47F-2AFF-2445-E332AD385DC7}"/>
          </ac:spMkLst>
        </pc:spChg>
        <pc:spChg chg="add mod">
          <ac:chgData name="Oscar Anibal Miranda Mercado" userId="bb3991ac-615b-4f85-a886-eb9b7805c6f5" providerId="ADAL" clId="{305ACABA-E465-45F7-96AF-5D70601370FF}" dt="2026-02-18T15:33:25.217" v="491"/>
          <ac:spMkLst>
            <pc:docMk/>
            <pc:sldMk cId="781916384" sldId="280"/>
            <ac:spMk id="8" creationId="{43EED6B9-9D34-BA9D-FC8F-17D411733896}"/>
          </ac:spMkLst>
        </pc:spChg>
        <pc:picChg chg="add mod">
          <ac:chgData name="Oscar Anibal Miranda Mercado" userId="bb3991ac-615b-4f85-a886-eb9b7805c6f5" providerId="ADAL" clId="{305ACABA-E465-45F7-96AF-5D70601370FF}" dt="2026-02-18T15:33:25.217" v="491"/>
          <ac:picMkLst>
            <pc:docMk/>
            <pc:sldMk cId="781916384" sldId="280"/>
            <ac:picMk id="9" creationId="{575E55B8-3637-3E2F-62C5-1C59614D0F86}"/>
          </ac:picMkLst>
        </pc:picChg>
        <pc:picChg chg="add mod">
          <ac:chgData name="Oscar Anibal Miranda Mercado" userId="bb3991ac-615b-4f85-a886-eb9b7805c6f5" providerId="ADAL" clId="{305ACABA-E465-45F7-96AF-5D70601370FF}" dt="2026-02-18T15:33:25.217" v="491"/>
          <ac:picMkLst>
            <pc:docMk/>
            <pc:sldMk cId="781916384" sldId="280"/>
            <ac:picMk id="10" creationId="{3A2A145A-9C0F-D34A-0797-1563CC7B836A}"/>
          </ac:picMkLst>
        </pc:picChg>
        <pc:picChg chg="add mod">
          <ac:chgData name="Oscar Anibal Miranda Mercado" userId="bb3991ac-615b-4f85-a886-eb9b7805c6f5" providerId="ADAL" clId="{305ACABA-E465-45F7-96AF-5D70601370FF}" dt="2026-02-18T15:33:25.217" v="491"/>
          <ac:picMkLst>
            <pc:docMk/>
            <pc:sldMk cId="781916384" sldId="280"/>
            <ac:picMk id="11" creationId="{29F75E7B-75D5-8099-9222-02DE23C1E7BA}"/>
          </ac:picMkLst>
        </pc:picChg>
      </pc:sldChg>
      <pc:sldChg chg="addSp delSp modSp new mod modClrScheme chgLayout">
        <pc:chgData name="Oscar Anibal Miranda Mercado" userId="bb3991ac-615b-4f85-a886-eb9b7805c6f5" providerId="ADAL" clId="{305ACABA-E465-45F7-96AF-5D70601370FF}" dt="2026-02-18T15:34:38.364" v="514" actId="20577"/>
        <pc:sldMkLst>
          <pc:docMk/>
          <pc:sldMk cId="3791077597" sldId="281"/>
        </pc:sldMkLst>
        <pc:spChg chg="del mod ord">
          <ac:chgData name="Oscar Anibal Miranda Mercado" userId="bb3991ac-615b-4f85-a886-eb9b7805c6f5" providerId="ADAL" clId="{305ACABA-E465-45F7-96AF-5D70601370FF}" dt="2026-02-18T15:33:34.214" v="493" actId="700"/>
          <ac:spMkLst>
            <pc:docMk/>
            <pc:sldMk cId="3791077597" sldId="281"/>
            <ac:spMk id="2" creationId="{43222AD7-A0FE-C705-C75E-E82C134E022D}"/>
          </ac:spMkLst>
        </pc:spChg>
        <pc:spChg chg="add del mod ord">
          <ac:chgData name="Oscar Anibal Miranda Mercado" userId="bb3991ac-615b-4f85-a886-eb9b7805c6f5" providerId="ADAL" clId="{305ACABA-E465-45F7-96AF-5D70601370FF}" dt="2026-02-18T15:34:29.078" v="506" actId="6264"/>
          <ac:spMkLst>
            <pc:docMk/>
            <pc:sldMk cId="3791077597" sldId="281"/>
            <ac:spMk id="3" creationId="{756CF051-52DC-0C8E-200D-560A57BE5A1C}"/>
          </ac:spMkLst>
        </pc:spChg>
        <pc:spChg chg="add del mod ord">
          <ac:chgData name="Oscar Anibal Miranda Mercado" userId="bb3991ac-615b-4f85-a886-eb9b7805c6f5" providerId="ADAL" clId="{305ACABA-E465-45F7-96AF-5D70601370FF}" dt="2026-02-18T15:34:29.078" v="506" actId="6264"/>
          <ac:spMkLst>
            <pc:docMk/>
            <pc:sldMk cId="3791077597" sldId="281"/>
            <ac:spMk id="4" creationId="{E16300B1-34CE-6851-15B9-8ED2D5087A28}"/>
          </ac:spMkLst>
        </pc:spChg>
        <pc:spChg chg="add mod ord">
          <ac:chgData name="Oscar Anibal Miranda Mercado" userId="bb3991ac-615b-4f85-a886-eb9b7805c6f5" providerId="ADAL" clId="{305ACABA-E465-45F7-96AF-5D70601370FF}" dt="2026-02-18T15:34:38.364" v="514" actId="20577"/>
          <ac:spMkLst>
            <pc:docMk/>
            <pc:sldMk cId="3791077597" sldId="281"/>
            <ac:spMk id="5" creationId="{58CF7838-7C71-E55A-8305-378CF0016D80}"/>
          </ac:spMkLst>
        </pc:spChg>
        <pc:spChg chg="add mod ord">
          <ac:chgData name="Oscar Anibal Miranda Mercado" userId="bb3991ac-615b-4f85-a886-eb9b7805c6f5" providerId="ADAL" clId="{305ACABA-E465-45F7-96AF-5D70601370FF}" dt="2026-02-18T15:34:35.865" v="509" actId="27636"/>
          <ac:spMkLst>
            <pc:docMk/>
            <pc:sldMk cId="3791077597" sldId="281"/>
            <ac:spMk id="6" creationId="{64AA100F-3870-9DB6-46EA-E0F9B4634C4E}"/>
          </ac:spMkLst>
        </pc:spChg>
      </pc:sldChg>
      <pc:sldChg chg="addSp delSp modSp new mod modClrScheme chgLayout">
        <pc:chgData name="Oscar Anibal Miranda Mercado" userId="bb3991ac-615b-4f85-a886-eb9b7805c6f5" providerId="ADAL" clId="{305ACABA-E465-45F7-96AF-5D70601370FF}" dt="2026-02-18T15:35:26.580" v="550" actId="20577"/>
        <pc:sldMkLst>
          <pc:docMk/>
          <pc:sldMk cId="2041161424" sldId="282"/>
        </pc:sldMkLst>
        <pc:spChg chg="del mod ord">
          <ac:chgData name="Oscar Anibal Miranda Mercado" userId="bb3991ac-615b-4f85-a886-eb9b7805c6f5" providerId="ADAL" clId="{305ACABA-E465-45F7-96AF-5D70601370FF}" dt="2026-02-18T15:34:52.271" v="516" actId="700"/>
          <ac:spMkLst>
            <pc:docMk/>
            <pc:sldMk cId="2041161424" sldId="282"/>
            <ac:spMk id="2" creationId="{11E1449D-807C-ABAD-EAA7-C62DE6E8701A}"/>
          </ac:spMkLst>
        </pc:spChg>
        <pc:spChg chg="del">
          <ac:chgData name="Oscar Anibal Miranda Mercado" userId="bb3991ac-615b-4f85-a886-eb9b7805c6f5" providerId="ADAL" clId="{305ACABA-E465-45F7-96AF-5D70601370FF}" dt="2026-02-18T15:34:52.271" v="516" actId="700"/>
          <ac:spMkLst>
            <pc:docMk/>
            <pc:sldMk cId="2041161424" sldId="282"/>
            <ac:spMk id="3" creationId="{A38B9F2C-0D01-8CD6-7E77-E09B4D0BA207}"/>
          </ac:spMkLst>
        </pc:spChg>
        <pc:spChg chg="add mod ord">
          <ac:chgData name="Oscar Anibal Miranda Mercado" userId="bb3991ac-615b-4f85-a886-eb9b7805c6f5" providerId="ADAL" clId="{305ACABA-E465-45F7-96AF-5D70601370FF}" dt="2026-02-18T15:35:26.580" v="550" actId="20577"/>
          <ac:spMkLst>
            <pc:docMk/>
            <pc:sldMk cId="2041161424" sldId="282"/>
            <ac:spMk id="4" creationId="{7CE09025-E00E-513E-4729-858296FECDD5}"/>
          </ac:spMkLst>
        </pc:spChg>
        <pc:picChg chg="add mod">
          <ac:chgData name="Oscar Anibal Miranda Mercado" userId="bb3991ac-615b-4f85-a886-eb9b7805c6f5" providerId="ADAL" clId="{305ACABA-E465-45F7-96AF-5D70601370FF}" dt="2026-02-18T15:34:52.730" v="518"/>
          <ac:picMkLst>
            <pc:docMk/>
            <pc:sldMk cId="2041161424" sldId="282"/>
            <ac:picMk id="9" creationId="{47153009-6862-8AB9-78BF-C34549EA567F}"/>
          </ac:picMkLst>
        </pc:picChg>
        <pc:picChg chg="add mod">
          <ac:chgData name="Oscar Anibal Miranda Mercado" userId="bb3991ac-615b-4f85-a886-eb9b7805c6f5" providerId="ADAL" clId="{305ACABA-E465-45F7-96AF-5D70601370FF}" dt="2026-02-18T15:34:52.730" v="518"/>
          <ac:picMkLst>
            <pc:docMk/>
            <pc:sldMk cId="2041161424" sldId="282"/>
            <ac:picMk id="12" creationId="{489B533B-E6DF-DB85-AA36-6969C9C800D0}"/>
          </ac:picMkLst>
        </pc:picChg>
        <pc:picChg chg="add mod">
          <ac:chgData name="Oscar Anibal Miranda Mercado" userId="bb3991ac-615b-4f85-a886-eb9b7805c6f5" providerId="ADAL" clId="{305ACABA-E465-45F7-96AF-5D70601370FF}" dt="2026-02-18T15:34:52.730" v="518"/>
          <ac:picMkLst>
            <pc:docMk/>
            <pc:sldMk cId="2041161424" sldId="282"/>
            <ac:picMk id="13" creationId="{38E5B14A-A274-F6B2-1B7C-20E13E7F0AE1}"/>
          </ac:picMkLst>
        </pc:picChg>
        <pc:picChg chg="add mod">
          <ac:chgData name="Oscar Anibal Miranda Mercado" userId="bb3991ac-615b-4f85-a886-eb9b7805c6f5" providerId="ADAL" clId="{305ACABA-E465-45F7-96AF-5D70601370FF}" dt="2026-02-18T15:34:52.730" v="518"/>
          <ac:picMkLst>
            <pc:docMk/>
            <pc:sldMk cId="2041161424" sldId="282"/>
            <ac:picMk id="16" creationId="{65D36BD6-9EE6-87BE-ADA5-4054B7006015}"/>
          </ac:picMkLst>
        </pc:picChg>
        <pc:picChg chg="add mod">
          <ac:chgData name="Oscar Anibal Miranda Mercado" userId="bb3991ac-615b-4f85-a886-eb9b7805c6f5" providerId="ADAL" clId="{305ACABA-E465-45F7-96AF-5D70601370FF}" dt="2026-02-18T15:34:52.730" v="518"/>
          <ac:picMkLst>
            <pc:docMk/>
            <pc:sldMk cId="2041161424" sldId="282"/>
            <ac:picMk id="17" creationId="{86ED5FCA-06A8-6251-3260-D5669C081949}"/>
          </ac:picMkLst>
        </pc:picChg>
        <pc:picChg chg="add mod">
          <ac:chgData name="Oscar Anibal Miranda Mercado" userId="bb3991ac-615b-4f85-a886-eb9b7805c6f5" providerId="ADAL" clId="{305ACABA-E465-45F7-96AF-5D70601370FF}" dt="2026-02-18T15:34:52.730" v="518"/>
          <ac:picMkLst>
            <pc:docMk/>
            <pc:sldMk cId="2041161424" sldId="282"/>
            <ac:picMk id="20" creationId="{361118B2-C633-6597-9272-908AF526143B}"/>
          </ac:picMkLst>
        </pc:picChg>
        <pc:picChg chg="add mod">
          <ac:chgData name="Oscar Anibal Miranda Mercado" userId="bb3991ac-615b-4f85-a886-eb9b7805c6f5" providerId="ADAL" clId="{305ACABA-E465-45F7-96AF-5D70601370FF}" dt="2026-02-18T15:34:52.730" v="518"/>
          <ac:picMkLst>
            <pc:docMk/>
            <pc:sldMk cId="2041161424" sldId="282"/>
            <ac:picMk id="21" creationId="{70E03EA4-EF36-A35D-1CD1-EB032ABC2942}"/>
          </ac:picMkLst>
        </pc:picChg>
        <pc:picChg chg="add mod">
          <ac:chgData name="Oscar Anibal Miranda Mercado" userId="bb3991ac-615b-4f85-a886-eb9b7805c6f5" providerId="ADAL" clId="{305ACABA-E465-45F7-96AF-5D70601370FF}" dt="2026-02-18T15:34:52.730" v="518"/>
          <ac:picMkLst>
            <pc:docMk/>
            <pc:sldMk cId="2041161424" sldId="282"/>
            <ac:picMk id="22" creationId="{F5D73F61-CBCF-F96A-9434-50BA287B45DE}"/>
          </ac:picMkLst>
        </pc:picChg>
        <pc:picChg chg="add mod">
          <ac:chgData name="Oscar Anibal Miranda Mercado" userId="bb3991ac-615b-4f85-a886-eb9b7805c6f5" providerId="ADAL" clId="{305ACABA-E465-45F7-96AF-5D70601370FF}" dt="2026-02-18T15:34:52.730" v="518"/>
          <ac:picMkLst>
            <pc:docMk/>
            <pc:sldMk cId="2041161424" sldId="282"/>
            <ac:picMk id="23" creationId="{34854695-1EC2-EA62-16FC-7D84C4A8CAA9}"/>
          </ac:picMkLst>
        </pc:picChg>
        <pc:picChg chg="add mod">
          <ac:chgData name="Oscar Anibal Miranda Mercado" userId="bb3991ac-615b-4f85-a886-eb9b7805c6f5" providerId="ADAL" clId="{305ACABA-E465-45F7-96AF-5D70601370FF}" dt="2026-02-18T15:34:52.730" v="518"/>
          <ac:picMkLst>
            <pc:docMk/>
            <pc:sldMk cId="2041161424" sldId="282"/>
            <ac:picMk id="25" creationId="{828E41D6-2907-9177-7D98-7AF4E38C7A2D}"/>
          </ac:picMkLst>
        </pc:picChg>
      </pc:sldChg>
      <pc:sldChg chg="addSp modSp new mod">
        <pc:chgData name="Oscar Anibal Miranda Mercado" userId="bb3991ac-615b-4f85-a886-eb9b7805c6f5" providerId="ADAL" clId="{305ACABA-E465-45F7-96AF-5D70601370FF}" dt="2026-02-18T15:35:22.685" v="543" actId="20577"/>
        <pc:sldMkLst>
          <pc:docMk/>
          <pc:sldMk cId="2157365281" sldId="283"/>
        </pc:sldMkLst>
        <pc:spChg chg="mod">
          <ac:chgData name="Oscar Anibal Miranda Mercado" userId="bb3991ac-615b-4f85-a886-eb9b7805c6f5" providerId="ADAL" clId="{305ACABA-E465-45F7-96AF-5D70601370FF}" dt="2026-02-18T15:35:22.685" v="543" actId="20577"/>
          <ac:spMkLst>
            <pc:docMk/>
            <pc:sldMk cId="2157365281" sldId="283"/>
            <ac:spMk id="2" creationId="{3F81FB5A-04E0-C260-7FBF-E1DC3B9B4868}"/>
          </ac:spMkLst>
        </pc:spChg>
        <pc:picChg chg="mod">
          <ac:chgData name="Oscar Anibal Miranda Mercado" userId="bb3991ac-615b-4f85-a886-eb9b7805c6f5" providerId="ADAL" clId="{305ACABA-E465-45F7-96AF-5D70601370FF}" dt="2026-02-18T15:35:01.770" v="520"/>
          <ac:picMkLst>
            <pc:docMk/>
            <pc:sldMk cId="2157365281" sldId="283"/>
            <ac:picMk id="4" creationId="{26903FB7-38EC-972F-C95C-F317A44C3E42}"/>
          </ac:picMkLst>
        </pc:picChg>
        <pc:picChg chg="mod">
          <ac:chgData name="Oscar Anibal Miranda Mercado" userId="bb3991ac-615b-4f85-a886-eb9b7805c6f5" providerId="ADAL" clId="{305ACABA-E465-45F7-96AF-5D70601370FF}" dt="2026-02-18T15:35:01.770" v="520"/>
          <ac:picMkLst>
            <pc:docMk/>
            <pc:sldMk cId="2157365281" sldId="283"/>
            <ac:picMk id="6" creationId="{BE6D0CDF-3FF6-C19D-2BCC-51316DA93AAC}"/>
          </ac:picMkLst>
        </pc:picChg>
        <pc:picChg chg="mod">
          <ac:chgData name="Oscar Anibal Miranda Mercado" userId="bb3991ac-615b-4f85-a886-eb9b7805c6f5" providerId="ADAL" clId="{305ACABA-E465-45F7-96AF-5D70601370FF}" dt="2026-02-18T15:35:01.770" v="520"/>
          <ac:picMkLst>
            <pc:docMk/>
            <pc:sldMk cId="2157365281" sldId="283"/>
            <ac:picMk id="7" creationId="{7E542C05-20E7-4BC7-B23D-3067EB09E21E}"/>
          </ac:picMkLst>
        </pc:picChg>
        <pc:picChg chg="mod">
          <ac:chgData name="Oscar Anibal Miranda Mercado" userId="bb3991ac-615b-4f85-a886-eb9b7805c6f5" providerId="ADAL" clId="{305ACABA-E465-45F7-96AF-5D70601370FF}" dt="2026-02-18T15:35:01.770" v="520"/>
          <ac:picMkLst>
            <pc:docMk/>
            <pc:sldMk cId="2157365281" sldId="283"/>
            <ac:picMk id="8" creationId="{9456A4C0-FE1E-DAE8-A87C-1DC4DF00486D}"/>
          </ac:picMkLst>
        </pc:picChg>
        <pc:picChg chg="mod">
          <ac:chgData name="Oscar Anibal Miranda Mercado" userId="bb3991ac-615b-4f85-a886-eb9b7805c6f5" providerId="ADAL" clId="{305ACABA-E465-45F7-96AF-5D70601370FF}" dt="2026-02-18T15:35:01.770" v="520"/>
          <ac:picMkLst>
            <pc:docMk/>
            <pc:sldMk cId="2157365281" sldId="283"/>
            <ac:picMk id="9" creationId="{345DC7AF-07B6-284D-2C7B-0ACA52333778}"/>
          </ac:picMkLst>
        </pc:picChg>
        <pc:picChg chg="mod">
          <ac:chgData name="Oscar Anibal Miranda Mercado" userId="bb3991ac-615b-4f85-a886-eb9b7805c6f5" providerId="ADAL" clId="{305ACABA-E465-45F7-96AF-5D70601370FF}" dt="2026-02-18T15:35:01.770" v="520"/>
          <ac:picMkLst>
            <pc:docMk/>
            <pc:sldMk cId="2157365281" sldId="283"/>
            <ac:picMk id="12" creationId="{48DEE51D-FB0C-412F-C460-FC4F2AA14EA9}"/>
          </ac:picMkLst>
        </pc:picChg>
        <pc:picChg chg="mod">
          <ac:chgData name="Oscar Anibal Miranda Mercado" userId="bb3991ac-615b-4f85-a886-eb9b7805c6f5" providerId="ADAL" clId="{305ACABA-E465-45F7-96AF-5D70601370FF}" dt="2026-02-18T15:35:01.770" v="520"/>
          <ac:picMkLst>
            <pc:docMk/>
            <pc:sldMk cId="2157365281" sldId="283"/>
            <ac:picMk id="19" creationId="{7C7B72FF-5C6B-EE91-184F-6260D3E6E485}"/>
          </ac:picMkLst>
        </pc:picChg>
        <pc:picChg chg="mod">
          <ac:chgData name="Oscar Anibal Miranda Mercado" userId="bb3991ac-615b-4f85-a886-eb9b7805c6f5" providerId="ADAL" clId="{305ACABA-E465-45F7-96AF-5D70601370FF}" dt="2026-02-18T15:35:01.770" v="520"/>
          <ac:picMkLst>
            <pc:docMk/>
            <pc:sldMk cId="2157365281" sldId="283"/>
            <ac:picMk id="20" creationId="{F9656351-E23B-F625-0897-DA37A99BDF3A}"/>
          </ac:picMkLst>
        </pc:picChg>
        <pc:picChg chg="mod">
          <ac:chgData name="Oscar Anibal Miranda Mercado" userId="bb3991ac-615b-4f85-a886-eb9b7805c6f5" providerId="ADAL" clId="{305ACABA-E465-45F7-96AF-5D70601370FF}" dt="2026-02-18T15:35:01.770" v="520"/>
          <ac:picMkLst>
            <pc:docMk/>
            <pc:sldMk cId="2157365281" sldId="283"/>
            <ac:picMk id="22" creationId="{A3725F2C-9CDC-726A-1AF6-C4C286E5D9AB}"/>
          </ac:picMkLst>
        </pc:picChg>
        <pc:picChg chg="mod">
          <ac:chgData name="Oscar Anibal Miranda Mercado" userId="bb3991ac-615b-4f85-a886-eb9b7805c6f5" providerId="ADAL" clId="{305ACABA-E465-45F7-96AF-5D70601370FF}" dt="2026-02-18T15:35:01.770" v="520"/>
          <ac:picMkLst>
            <pc:docMk/>
            <pc:sldMk cId="2157365281" sldId="283"/>
            <ac:picMk id="23" creationId="{30D65351-D744-3BE9-FA0D-799BE24C01EC}"/>
          </ac:picMkLst>
        </pc:picChg>
      </pc:sldChg>
      <pc:sldChg chg="addSp modSp new mod">
        <pc:chgData name="Oscar Anibal Miranda Mercado" userId="bb3991ac-615b-4f85-a886-eb9b7805c6f5" providerId="ADAL" clId="{305ACABA-E465-45F7-96AF-5D70601370FF}" dt="2026-02-18T15:35:18.741" v="538" actId="20577"/>
        <pc:sldMkLst>
          <pc:docMk/>
          <pc:sldMk cId="1565848245" sldId="284"/>
        </pc:sldMkLst>
        <pc:spChg chg="mod">
          <ac:chgData name="Oscar Anibal Miranda Mercado" userId="bb3991ac-615b-4f85-a886-eb9b7805c6f5" providerId="ADAL" clId="{305ACABA-E465-45F7-96AF-5D70601370FF}" dt="2026-02-18T15:35:18.741" v="538" actId="20577"/>
          <ac:spMkLst>
            <pc:docMk/>
            <pc:sldMk cId="1565848245" sldId="284"/>
            <ac:spMk id="2" creationId="{BA43A3C9-5922-91F1-2A2B-20BD162FA9E2}"/>
          </ac:spMkLst>
        </pc:spChg>
        <pc:spChg chg="add mod">
          <ac:chgData name="Oscar Anibal Miranda Mercado" userId="bb3991ac-615b-4f85-a886-eb9b7805c6f5" providerId="ADAL" clId="{305ACABA-E465-45F7-96AF-5D70601370FF}" dt="2026-02-18T15:35:11.073" v="523"/>
          <ac:spMkLst>
            <pc:docMk/>
            <pc:sldMk cId="1565848245" sldId="284"/>
            <ac:spMk id="3" creationId="{18C638B8-A2EB-502D-D74D-D0040EB0415E}"/>
          </ac:spMkLst>
        </pc:spChg>
        <pc:spChg chg="add mod">
          <ac:chgData name="Oscar Anibal Miranda Mercado" userId="bb3991ac-615b-4f85-a886-eb9b7805c6f5" providerId="ADAL" clId="{305ACABA-E465-45F7-96AF-5D70601370FF}" dt="2026-02-18T15:35:11.073" v="523"/>
          <ac:spMkLst>
            <pc:docMk/>
            <pc:sldMk cId="1565848245" sldId="284"/>
            <ac:spMk id="4" creationId="{197212A4-57B5-6F9C-DB73-0747ED22CD2C}"/>
          </ac:spMkLst>
        </pc:spChg>
        <pc:spChg chg="add mod">
          <ac:chgData name="Oscar Anibal Miranda Mercado" userId="bb3991ac-615b-4f85-a886-eb9b7805c6f5" providerId="ADAL" clId="{305ACABA-E465-45F7-96AF-5D70601370FF}" dt="2026-02-18T15:35:11.073" v="523"/>
          <ac:spMkLst>
            <pc:docMk/>
            <pc:sldMk cId="1565848245" sldId="284"/>
            <ac:spMk id="5" creationId="{AFBE629F-6078-DC48-0256-10814E3B0FDA}"/>
          </ac:spMkLst>
        </pc:spChg>
        <pc:spChg chg="add mod">
          <ac:chgData name="Oscar Anibal Miranda Mercado" userId="bb3991ac-615b-4f85-a886-eb9b7805c6f5" providerId="ADAL" clId="{305ACABA-E465-45F7-96AF-5D70601370FF}" dt="2026-02-18T15:35:11.073" v="523"/>
          <ac:spMkLst>
            <pc:docMk/>
            <pc:sldMk cId="1565848245" sldId="284"/>
            <ac:spMk id="6" creationId="{65D7DB42-BE7D-5431-335E-EFF0FF69C207}"/>
          </ac:spMkLst>
        </pc:spChg>
        <pc:spChg chg="add mod">
          <ac:chgData name="Oscar Anibal Miranda Mercado" userId="bb3991ac-615b-4f85-a886-eb9b7805c6f5" providerId="ADAL" clId="{305ACABA-E465-45F7-96AF-5D70601370FF}" dt="2026-02-18T15:35:11.073" v="523"/>
          <ac:spMkLst>
            <pc:docMk/>
            <pc:sldMk cId="1565848245" sldId="284"/>
            <ac:spMk id="7" creationId="{ED63BD30-CDD5-EA22-9E56-2DE5D2E44637}"/>
          </ac:spMkLst>
        </pc:spChg>
        <pc:spChg chg="add mod">
          <ac:chgData name="Oscar Anibal Miranda Mercado" userId="bb3991ac-615b-4f85-a886-eb9b7805c6f5" providerId="ADAL" clId="{305ACABA-E465-45F7-96AF-5D70601370FF}" dt="2026-02-18T15:35:11.073" v="523"/>
          <ac:spMkLst>
            <pc:docMk/>
            <pc:sldMk cId="1565848245" sldId="284"/>
            <ac:spMk id="9" creationId="{9F38DD7C-66D3-FBD1-5504-F98E13ED9B6C}"/>
          </ac:spMkLst>
        </pc:spChg>
        <pc:spChg chg="add mod">
          <ac:chgData name="Oscar Anibal Miranda Mercado" userId="bb3991ac-615b-4f85-a886-eb9b7805c6f5" providerId="ADAL" clId="{305ACABA-E465-45F7-96AF-5D70601370FF}" dt="2026-02-18T15:35:11.073" v="523"/>
          <ac:spMkLst>
            <pc:docMk/>
            <pc:sldMk cId="1565848245" sldId="284"/>
            <ac:spMk id="11" creationId="{EF498FD1-3FDC-7818-E342-6AC0B9FA9A85}"/>
          </ac:spMkLst>
        </pc:spChg>
        <pc:spChg chg="add mod">
          <ac:chgData name="Oscar Anibal Miranda Mercado" userId="bb3991ac-615b-4f85-a886-eb9b7805c6f5" providerId="ADAL" clId="{305ACABA-E465-45F7-96AF-5D70601370FF}" dt="2026-02-18T15:35:11.073" v="523"/>
          <ac:spMkLst>
            <pc:docMk/>
            <pc:sldMk cId="1565848245" sldId="284"/>
            <ac:spMk id="13" creationId="{BE3C043F-3DB0-8634-0A8F-40A5088CC629}"/>
          </ac:spMkLst>
        </pc:spChg>
        <pc:spChg chg="add mod">
          <ac:chgData name="Oscar Anibal Miranda Mercado" userId="bb3991ac-615b-4f85-a886-eb9b7805c6f5" providerId="ADAL" clId="{305ACABA-E465-45F7-96AF-5D70601370FF}" dt="2026-02-18T15:35:11.073" v="523"/>
          <ac:spMkLst>
            <pc:docMk/>
            <pc:sldMk cId="1565848245" sldId="284"/>
            <ac:spMk id="14" creationId="{E200553D-30EE-5724-FF2D-6DD2FF0674E4}"/>
          </ac:spMkLst>
        </pc:spChg>
        <pc:cxnChg chg="add mod">
          <ac:chgData name="Oscar Anibal Miranda Mercado" userId="bb3991ac-615b-4f85-a886-eb9b7805c6f5" providerId="ADAL" clId="{305ACABA-E465-45F7-96AF-5D70601370FF}" dt="2026-02-18T15:35:11.073" v="523"/>
          <ac:cxnSpMkLst>
            <pc:docMk/>
            <pc:sldMk cId="1565848245" sldId="284"/>
            <ac:cxnSpMk id="8" creationId="{D6AAA648-3957-3E4E-9970-ED33B24E56B4}"/>
          </ac:cxnSpMkLst>
        </pc:cxnChg>
      </pc:sldChg>
      <pc:sldChg chg="delSp new mod modClrScheme chgLayout">
        <pc:chgData name="Oscar Anibal Miranda Mercado" userId="bb3991ac-615b-4f85-a886-eb9b7805c6f5" providerId="ADAL" clId="{305ACABA-E465-45F7-96AF-5D70601370FF}" dt="2026-02-18T15:36:30.831" v="570" actId="700"/>
        <pc:sldMkLst>
          <pc:docMk/>
          <pc:sldMk cId="2994669414" sldId="285"/>
        </pc:sldMkLst>
        <pc:spChg chg="del">
          <ac:chgData name="Oscar Anibal Miranda Mercado" userId="bb3991ac-615b-4f85-a886-eb9b7805c6f5" providerId="ADAL" clId="{305ACABA-E465-45F7-96AF-5D70601370FF}" dt="2026-02-18T15:36:30.831" v="570" actId="700"/>
          <ac:spMkLst>
            <pc:docMk/>
            <pc:sldMk cId="2994669414" sldId="285"/>
            <ac:spMk id="2" creationId="{551945D2-4CA5-0312-21D6-CB6ACC3E5C0F}"/>
          </ac:spMkLst>
        </pc:spChg>
      </pc:sldChg>
      <pc:sldChg chg="addSp delSp modSp new mod chgLayout">
        <pc:chgData name="Oscar Anibal Miranda Mercado" userId="bb3991ac-615b-4f85-a886-eb9b7805c6f5" providerId="ADAL" clId="{305ACABA-E465-45F7-96AF-5D70601370FF}" dt="2026-02-18T15:39:53.081" v="672" actId="20577"/>
        <pc:sldMkLst>
          <pc:docMk/>
          <pc:sldMk cId="3813339065" sldId="286"/>
        </pc:sldMkLst>
        <pc:spChg chg="mod ord">
          <ac:chgData name="Oscar Anibal Miranda Mercado" userId="bb3991ac-615b-4f85-a886-eb9b7805c6f5" providerId="ADAL" clId="{305ACABA-E465-45F7-96AF-5D70601370FF}" dt="2026-02-18T15:39:42.133" v="646" actId="6264"/>
          <ac:spMkLst>
            <pc:docMk/>
            <pc:sldMk cId="3813339065" sldId="286"/>
            <ac:spMk id="2" creationId="{5978016F-0217-2E5E-4A77-23CC2BA01DD8}"/>
          </ac:spMkLst>
        </pc:spChg>
        <pc:spChg chg="add del mod">
          <ac:chgData name="Oscar Anibal Miranda Mercado" userId="bb3991ac-615b-4f85-a886-eb9b7805c6f5" providerId="ADAL" clId="{305ACABA-E465-45F7-96AF-5D70601370FF}" dt="2026-02-18T15:39:42.133" v="646" actId="6264"/>
          <ac:spMkLst>
            <pc:docMk/>
            <pc:sldMk cId="3813339065" sldId="286"/>
            <ac:spMk id="3" creationId="{575AA438-21CD-DAC2-EDB9-DE4DD0D855F5}"/>
          </ac:spMkLst>
        </pc:spChg>
        <pc:spChg chg="add mod ord">
          <ac:chgData name="Oscar Anibal Miranda Mercado" userId="bb3991ac-615b-4f85-a886-eb9b7805c6f5" providerId="ADAL" clId="{305ACABA-E465-45F7-96AF-5D70601370FF}" dt="2026-02-18T15:39:53.081" v="672" actId="20577"/>
          <ac:spMkLst>
            <pc:docMk/>
            <pc:sldMk cId="3813339065" sldId="286"/>
            <ac:spMk id="4" creationId="{F064D49C-D599-9E1F-F8A5-D1163FBED3AF}"/>
          </ac:spMkLst>
        </pc:spChg>
      </pc:sldChg>
      <pc:sldMasterChg chg="addSp delSp modSp mod addSldLayout delSldLayout modSldLayout">
        <pc:chgData name="Oscar Anibal Miranda Mercado" userId="bb3991ac-615b-4f85-a886-eb9b7805c6f5" providerId="ADAL" clId="{305ACABA-E465-45F7-96AF-5D70601370FF}" dt="2026-02-18T15:40:15.299" v="676" actId="255"/>
        <pc:sldMasterMkLst>
          <pc:docMk/>
          <pc:sldMasterMk cId="0" sldId="2147483659"/>
        </pc:sldMasterMkLst>
        <pc:spChg chg="mod">
          <ac:chgData name="Oscar Anibal Miranda Mercado" userId="bb3991ac-615b-4f85-a886-eb9b7805c6f5" providerId="ADAL" clId="{305ACABA-E465-45F7-96AF-5D70601370FF}" dt="2026-02-18T15:35:53.954" v="563"/>
          <ac:spMkLst>
            <pc:docMk/>
            <pc:sldMasterMk cId="0" sldId="2147483659"/>
            <ac:spMk id="6" creationId="{00000000-0000-0000-0000-000000000000}"/>
          </ac:spMkLst>
        </pc:spChg>
        <pc:spChg chg="add del mod">
          <ac:chgData name="Oscar Anibal Miranda Mercado" userId="bb3991ac-615b-4f85-a886-eb9b7805c6f5" providerId="ADAL" clId="{305ACABA-E465-45F7-96AF-5D70601370FF}" dt="2026-02-18T15:12:14.915" v="193" actId="478"/>
          <ac:spMkLst>
            <pc:docMk/>
            <pc:sldMasterMk cId="0" sldId="2147483659"/>
            <ac:spMk id="7" creationId="{00000000-0000-0000-0000-000000000000}"/>
          </ac:spMkLst>
        </pc:spChg>
        <pc:picChg chg="add del mod">
          <ac:chgData name="Oscar Anibal Miranda Mercado" userId="bb3991ac-615b-4f85-a886-eb9b7805c6f5" providerId="ADAL" clId="{305ACABA-E465-45F7-96AF-5D70601370FF}" dt="2026-02-18T14:49:14.783" v="25" actId="478"/>
          <ac:picMkLst>
            <pc:docMk/>
            <pc:sldMasterMk cId="0" sldId="2147483659"/>
            <ac:picMk id="4" creationId="{605F0110-50F6-2FAA-1A40-B4DCC456E696}"/>
          </ac:picMkLst>
        </pc:picChg>
        <pc:picChg chg="add mod">
          <ac:chgData name="Oscar Anibal Miranda Mercado" userId="bb3991ac-615b-4f85-a886-eb9b7805c6f5" providerId="ADAL" clId="{305ACABA-E465-45F7-96AF-5D70601370FF}" dt="2026-02-18T14:48:10.288" v="17"/>
          <ac:picMkLst>
            <pc:docMk/>
            <pc:sldMasterMk cId="0" sldId="2147483659"/>
            <ac:picMk id="5" creationId="{2A30439D-1090-F18B-781D-25DB7A00BE78}"/>
          </ac:picMkLst>
        </pc:picChg>
        <pc:picChg chg="add mod">
          <ac:chgData name="Oscar Anibal Miranda Mercado" userId="bb3991ac-615b-4f85-a886-eb9b7805c6f5" providerId="ADAL" clId="{305ACABA-E465-45F7-96AF-5D70601370FF}" dt="2026-02-18T15:11:16.963" v="166"/>
          <ac:picMkLst>
            <pc:docMk/>
            <pc:sldMasterMk cId="0" sldId="2147483659"/>
            <ac:picMk id="9" creationId="{D0D555FD-45BC-C291-D938-CAA2DB059225}"/>
          </ac:picMkLst>
        </pc:picChg>
        <pc:cxnChg chg="add mod">
          <ac:chgData name="Oscar Anibal Miranda Mercado" userId="bb3991ac-615b-4f85-a886-eb9b7805c6f5" providerId="ADAL" clId="{305ACABA-E465-45F7-96AF-5D70601370FF}" dt="2026-02-18T14:47:47.234" v="1"/>
          <ac:cxnSpMkLst>
            <pc:docMk/>
            <pc:sldMasterMk cId="0" sldId="2147483659"/>
            <ac:cxnSpMk id="2" creationId="{0E4EB6C1-9779-7E8A-0B69-19298A07FA64}"/>
          </ac:cxnSpMkLst>
        </pc:cxnChg>
        <pc:cxnChg chg="add mod">
          <ac:chgData name="Oscar Anibal Miranda Mercado" userId="bb3991ac-615b-4f85-a886-eb9b7805c6f5" providerId="ADAL" clId="{305ACABA-E465-45F7-96AF-5D70601370FF}" dt="2026-02-18T14:47:47.234" v="1"/>
          <ac:cxnSpMkLst>
            <pc:docMk/>
            <pc:sldMasterMk cId="0" sldId="2147483659"/>
            <ac:cxnSpMk id="3" creationId="{5D9F1463-26E9-878D-8395-E2D5CC7E2AD3}"/>
          </ac:cxnSpMkLst>
        </pc:cxnChg>
        <pc:sldLayoutChg chg="addSp delSp modSp add del mod setBg">
          <pc:chgData name="Oscar Anibal Miranda Mercado" userId="bb3991ac-615b-4f85-a886-eb9b7805c6f5" providerId="ADAL" clId="{305ACABA-E465-45F7-96AF-5D70601370FF}" dt="2026-02-18T15:38:55.870" v="624" actId="47"/>
          <pc:sldLayoutMkLst>
            <pc:docMk/>
            <pc:sldMasterMk cId="0" sldId="2147483659"/>
            <pc:sldLayoutMk cId="0" sldId="2147483648"/>
          </pc:sldLayoutMkLst>
          <pc:spChg chg="add mod">
            <ac:chgData name="Oscar Anibal Miranda Mercado" userId="bb3991ac-615b-4f85-a886-eb9b7805c6f5" providerId="ADAL" clId="{305ACABA-E465-45F7-96AF-5D70601370FF}" dt="2026-02-18T14:59:49.558" v="84"/>
            <ac:spMkLst>
              <pc:docMk/>
              <pc:sldMasterMk cId="0" sldId="2147483659"/>
              <pc:sldLayoutMk cId="0" sldId="2147483648"/>
              <ac:spMk id="3" creationId="{2B30EB82-5AB4-5F78-5F61-AC41930AFB70}"/>
            </ac:spMkLst>
          </pc:spChg>
          <pc:spChg chg="add mod">
            <ac:chgData name="Oscar Anibal Miranda Mercado" userId="bb3991ac-615b-4f85-a886-eb9b7805c6f5" providerId="ADAL" clId="{305ACABA-E465-45F7-96AF-5D70601370FF}" dt="2026-02-18T14:59:49.558" v="84"/>
            <ac:spMkLst>
              <pc:docMk/>
              <pc:sldMasterMk cId="0" sldId="2147483659"/>
              <pc:sldLayoutMk cId="0" sldId="2147483648"/>
              <ac:spMk id="4" creationId="{9E73B381-8891-5283-31CC-20DF7628A732}"/>
            </ac:spMkLst>
          </pc:spChg>
          <pc:spChg chg="add del">
            <ac:chgData name="Oscar Anibal Miranda Mercado" userId="bb3991ac-615b-4f85-a886-eb9b7805c6f5" providerId="ADAL" clId="{305ACABA-E465-45F7-96AF-5D70601370FF}" dt="2026-02-18T15:01:22.237" v="102" actId="11529"/>
            <ac:spMkLst>
              <pc:docMk/>
              <pc:sldMasterMk cId="0" sldId="2147483659"/>
              <pc:sldLayoutMk cId="0" sldId="2147483648"/>
              <ac:spMk id="5" creationId="{D3EF8E81-E07F-F84B-098D-3654D6E2003F}"/>
            </ac:spMkLst>
          </pc:spChg>
          <pc:spChg chg="add del mod">
            <ac:chgData name="Oscar Anibal Miranda Mercado" userId="bb3991ac-615b-4f85-a886-eb9b7805c6f5" providerId="ADAL" clId="{305ACABA-E465-45F7-96AF-5D70601370FF}" dt="2026-02-18T15:01:24.344" v="103" actId="478"/>
            <ac:spMkLst>
              <pc:docMk/>
              <pc:sldMasterMk cId="0" sldId="2147483659"/>
              <pc:sldLayoutMk cId="0" sldId="2147483648"/>
              <ac:spMk id="6" creationId="{86491A16-2EE4-32FA-FF03-76FCCF21DF8B}"/>
            </ac:spMkLst>
          </pc:spChg>
          <pc:spChg chg="add del">
            <ac:chgData name="Oscar Anibal Miranda Mercado" userId="bb3991ac-615b-4f85-a886-eb9b7805c6f5" providerId="ADAL" clId="{305ACABA-E465-45F7-96AF-5D70601370FF}" dt="2026-02-18T15:01:30.307" v="104" actId="11529"/>
            <ac:spMkLst>
              <pc:docMk/>
              <pc:sldMasterMk cId="0" sldId="2147483659"/>
              <pc:sldLayoutMk cId="0" sldId="2147483648"/>
              <ac:spMk id="7" creationId="{31E2A7CF-CD98-4CA5-D191-172A0479F1B4}"/>
            </ac:spMkLst>
          </pc:spChg>
          <pc:spChg chg="add del mod">
            <ac:chgData name="Oscar Anibal Miranda Mercado" userId="bb3991ac-615b-4f85-a886-eb9b7805c6f5" providerId="ADAL" clId="{305ACABA-E465-45F7-96AF-5D70601370FF}" dt="2026-02-18T15:01:36.495" v="107" actId="478"/>
            <ac:spMkLst>
              <pc:docMk/>
              <pc:sldMasterMk cId="0" sldId="2147483659"/>
              <pc:sldLayoutMk cId="0" sldId="2147483648"/>
              <ac:spMk id="8" creationId="{5E206A46-F49E-D244-5DF2-1E9FD034980D}"/>
            </ac:spMkLst>
          </pc:spChg>
          <pc:spChg chg="add mod">
            <ac:chgData name="Oscar Anibal Miranda Mercado" userId="bb3991ac-615b-4f85-a886-eb9b7805c6f5" providerId="ADAL" clId="{305ACABA-E465-45F7-96AF-5D70601370FF}" dt="2026-02-18T15:08:51.663" v="140" actId="1076"/>
            <ac:spMkLst>
              <pc:docMk/>
              <pc:sldMasterMk cId="0" sldId="2147483659"/>
              <pc:sldLayoutMk cId="0" sldId="2147483648"/>
              <ac:spMk id="9" creationId="{28190294-08CD-4C05-3132-4A178836ECAE}"/>
            </ac:spMkLst>
          </pc:spChg>
          <pc:spChg chg="add del">
            <ac:chgData name="Oscar Anibal Miranda Mercado" userId="bb3991ac-615b-4f85-a886-eb9b7805c6f5" providerId="ADAL" clId="{305ACABA-E465-45F7-96AF-5D70601370FF}" dt="2026-02-18T15:07:00.147" v="114" actId="478"/>
            <ac:spMkLst>
              <pc:docMk/>
              <pc:sldMasterMk cId="0" sldId="2147483659"/>
              <pc:sldLayoutMk cId="0" sldId="2147483648"/>
              <ac:spMk id="10" creationId="{00000000-0000-0000-0000-000000000000}"/>
            </ac:spMkLst>
          </pc:spChg>
          <pc:spChg chg="add del">
            <ac:chgData name="Oscar Anibal Miranda Mercado" userId="bb3991ac-615b-4f85-a886-eb9b7805c6f5" providerId="ADAL" clId="{305ACABA-E465-45F7-96AF-5D70601370FF}" dt="2026-02-18T15:06:59.356" v="113" actId="478"/>
            <ac:spMkLst>
              <pc:docMk/>
              <pc:sldMasterMk cId="0" sldId="2147483659"/>
              <pc:sldLayoutMk cId="0" sldId="2147483648"/>
              <ac:spMk id="11" creationId="{00000000-0000-0000-0000-000000000000}"/>
            </ac:spMkLst>
          </pc:spChg>
          <pc:spChg chg="del">
            <ac:chgData name="Oscar Anibal Miranda Mercado" userId="bb3991ac-615b-4f85-a886-eb9b7805c6f5" providerId="ADAL" clId="{305ACABA-E465-45F7-96AF-5D70601370FF}" dt="2026-02-18T14:52:15.166" v="41" actId="478"/>
            <ac:spMkLst>
              <pc:docMk/>
              <pc:sldMasterMk cId="0" sldId="2147483659"/>
              <pc:sldLayoutMk cId="0" sldId="2147483648"/>
              <ac:spMk id="12" creationId="{00000000-0000-0000-0000-000000000000}"/>
            </ac:spMkLst>
          </pc:spChg>
          <pc:spChg chg="add mod">
            <ac:chgData name="Oscar Anibal Miranda Mercado" userId="bb3991ac-615b-4f85-a886-eb9b7805c6f5" providerId="ADAL" clId="{305ACABA-E465-45F7-96AF-5D70601370FF}" dt="2026-02-18T15:10:24.125" v="158" actId="2711"/>
            <ac:spMkLst>
              <pc:docMk/>
              <pc:sldMasterMk cId="0" sldId="2147483659"/>
              <pc:sldLayoutMk cId="0" sldId="2147483648"/>
              <ac:spMk id="13" creationId="{6EA32AE3-440B-CBC8-84CE-2864EAC04DA3}"/>
            </ac:spMkLst>
          </pc:spChg>
          <pc:spChg chg="add mod">
            <ac:chgData name="Oscar Anibal Miranda Mercado" userId="bb3991ac-615b-4f85-a886-eb9b7805c6f5" providerId="ADAL" clId="{305ACABA-E465-45F7-96AF-5D70601370FF}" dt="2026-02-18T15:07:17.872" v="128"/>
            <ac:spMkLst>
              <pc:docMk/>
              <pc:sldMasterMk cId="0" sldId="2147483659"/>
              <pc:sldLayoutMk cId="0" sldId="2147483648"/>
              <ac:spMk id="14" creationId="{BCE9DC03-B9EB-7D69-317C-E2E942CE3FE3}"/>
            </ac:spMkLst>
          </pc:spChg>
          <pc:spChg chg="add del mod">
            <ac:chgData name="Oscar Anibal Miranda Mercado" userId="bb3991ac-615b-4f85-a886-eb9b7805c6f5" providerId="ADAL" clId="{305ACABA-E465-45F7-96AF-5D70601370FF}" dt="2026-02-18T15:07:33.620" v="133" actId="478"/>
            <ac:spMkLst>
              <pc:docMk/>
              <pc:sldMasterMk cId="0" sldId="2147483659"/>
              <pc:sldLayoutMk cId="0" sldId="2147483648"/>
              <ac:spMk id="15" creationId="{94F934EC-289C-7DFF-E715-B7633BE41BA8}"/>
            </ac:spMkLst>
          </pc:spChg>
          <pc:spChg chg="add mod">
            <ac:chgData name="Oscar Anibal Miranda Mercado" userId="bb3991ac-615b-4f85-a886-eb9b7805c6f5" providerId="ADAL" clId="{305ACABA-E465-45F7-96AF-5D70601370FF}" dt="2026-02-18T15:09:04.179" v="145"/>
            <ac:spMkLst>
              <pc:docMk/>
              <pc:sldMasterMk cId="0" sldId="2147483659"/>
              <pc:sldLayoutMk cId="0" sldId="2147483648"/>
              <ac:spMk id="16" creationId="{A2E4AA2C-2A94-F4CB-E91C-4747F08A49AF}"/>
            </ac:spMkLst>
          </pc:spChg>
          <pc:spChg chg="add del mod">
            <ac:chgData name="Oscar Anibal Miranda Mercado" userId="bb3991ac-615b-4f85-a886-eb9b7805c6f5" providerId="ADAL" clId="{305ACABA-E465-45F7-96AF-5D70601370FF}" dt="2026-02-18T15:09:56.626" v="151"/>
            <ac:spMkLst>
              <pc:docMk/>
              <pc:sldMasterMk cId="0" sldId="2147483659"/>
              <pc:sldLayoutMk cId="0" sldId="2147483648"/>
              <ac:spMk id="18" creationId="{4BE6591E-FD50-7F29-1F6C-3C1738A700F0}"/>
            </ac:spMkLst>
          </pc:spChg>
          <pc:spChg chg="add del mod">
            <ac:chgData name="Oscar Anibal Miranda Mercado" userId="bb3991ac-615b-4f85-a886-eb9b7805c6f5" providerId="ADAL" clId="{305ACABA-E465-45F7-96AF-5D70601370FF}" dt="2026-02-18T15:09:57.747" v="153"/>
            <ac:spMkLst>
              <pc:docMk/>
              <pc:sldMasterMk cId="0" sldId="2147483659"/>
              <pc:sldLayoutMk cId="0" sldId="2147483648"/>
              <ac:spMk id="19" creationId="{C7A5FB4E-B39E-232B-A8E5-4DB6A28AED35}"/>
            </ac:spMkLst>
          </pc:spChg>
          <pc:spChg chg="add del mod">
            <ac:chgData name="Oscar Anibal Miranda Mercado" userId="bb3991ac-615b-4f85-a886-eb9b7805c6f5" providerId="ADAL" clId="{305ACABA-E465-45F7-96AF-5D70601370FF}" dt="2026-02-18T15:10:04.711" v="157" actId="478"/>
            <ac:spMkLst>
              <pc:docMk/>
              <pc:sldMasterMk cId="0" sldId="2147483659"/>
              <pc:sldLayoutMk cId="0" sldId="2147483648"/>
              <ac:spMk id="20" creationId="{0D244413-5316-76A3-86ED-CB8D6DF93D46}"/>
            </ac:spMkLst>
          </pc:spChg>
          <pc:spChg chg="add del mod">
            <ac:chgData name="Oscar Anibal Miranda Mercado" userId="bb3991ac-615b-4f85-a886-eb9b7805c6f5" providerId="ADAL" clId="{305ACABA-E465-45F7-96AF-5D70601370FF}" dt="2026-02-18T15:10:00.307" v="156"/>
            <ac:spMkLst>
              <pc:docMk/>
              <pc:sldMasterMk cId="0" sldId="2147483659"/>
              <pc:sldLayoutMk cId="0" sldId="2147483648"/>
              <ac:spMk id="21" creationId="{13D4871A-5A6E-2B1F-50CD-CE8004058697}"/>
            </ac:spMkLst>
          </pc:spChg>
          <pc:picChg chg="add mod">
            <ac:chgData name="Oscar Anibal Miranda Mercado" userId="bb3991ac-615b-4f85-a886-eb9b7805c6f5" providerId="ADAL" clId="{305ACABA-E465-45F7-96AF-5D70601370FF}" dt="2026-02-18T14:52:20.945" v="42"/>
            <ac:picMkLst>
              <pc:docMk/>
              <pc:sldMasterMk cId="0" sldId="2147483659"/>
              <pc:sldLayoutMk cId="0" sldId="2147483648"/>
              <ac:picMk id="2" creationId="{9F90FCF2-BCE6-70BF-CFA6-6AE6FA521A50}"/>
            </ac:picMkLst>
          </pc:picChg>
          <pc:picChg chg="add mod">
            <ac:chgData name="Oscar Anibal Miranda Mercado" userId="bb3991ac-615b-4f85-a886-eb9b7805c6f5" providerId="ADAL" clId="{305ACABA-E465-45F7-96AF-5D70601370FF}" dt="2026-02-18T15:09:08.576" v="146"/>
            <ac:picMkLst>
              <pc:docMk/>
              <pc:sldMasterMk cId="0" sldId="2147483659"/>
              <pc:sldLayoutMk cId="0" sldId="2147483648"/>
              <ac:picMk id="17" creationId="{C98014CF-E9EC-E535-6786-3671D997D81F}"/>
            </ac:picMkLst>
          </pc:picChg>
        </pc:sldLayoutChg>
        <pc:sldLayoutChg chg="delSp del mod setBg">
          <pc:chgData name="Oscar Anibal Miranda Mercado" userId="bb3991ac-615b-4f85-a886-eb9b7805c6f5" providerId="ADAL" clId="{305ACABA-E465-45F7-96AF-5D70601370FF}" dt="2026-02-18T15:10:43.566" v="162" actId="47"/>
          <pc:sldLayoutMkLst>
            <pc:docMk/>
            <pc:sldMasterMk cId="0" sldId="2147483659"/>
            <pc:sldLayoutMk cId="0" sldId="2147483649"/>
          </pc:sldLayoutMkLst>
          <pc:spChg chg="del">
            <ac:chgData name="Oscar Anibal Miranda Mercado" userId="bb3991ac-615b-4f85-a886-eb9b7805c6f5" providerId="ADAL" clId="{305ACABA-E465-45F7-96AF-5D70601370FF}" dt="2026-02-18T14:53:19.796" v="54" actId="478"/>
            <ac:spMkLst>
              <pc:docMk/>
              <pc:sldMasterMk cId="0" sldId="2147483659"/>
              <pc:sldLayoutMk cId="0" sldId="2147483649"/>
              <ac:spMk id="15" creationId="{00000000-0000-0000-0000-000000000000}"/>
            </ac:spMkLst>
          </pc:spChg>
        </pc:sldLayoutChg>
        <pc:sldLayoutChg chg="delSp modSp del mod">
          <pc:chgData name="Oscar Anibal Miranda Mercado" userId="bb3991ac-615b-4f85-a886-eb9b7805c6f5" providerId="ADAL" clId="{305ACABA-E465-45F7-96AF-5D70601370FF}" dt="2026-02-18T14:53:04.910" v="52" actId="47"/>
          <pc:sldLayoutMkLst>
            <pc:docMk/>
            <pc:sldMasterMk cId="0" sldId="2147483659"/>
            <pc:sldLayoutMk cId="0" sldId="2147483650"/>
          </pc:sldLayoutMkLst>
          <pc:spChg chg="mod">
            <ac:chgData name="Oscar Anibal Miranda Mercado" userId="bb3991ac-615b-4f85-a886-eb9b7805c6f5" providerId="ADAL" clId="{305ACABA-E465-45F7-96AF-5D70601370FF}" dt="2026-02-18T14:49:48.189" v="28" actId="14100"/>
            <ac:spMkLst>
              <pc:docMk/>
              <pc:sldMasterMk cId="0" sldId="2147483659"/>
              <pc:sldLayoutMk cId="0" sldId="2147483650"/>
              <ac:spMk id="18" creationId="{00000000-0000-0000-0000-000000000000}"/>
            </ac:spMkLst>
          </pc:spChg>
          <pc:spChg chg="del">
            <ac:chgData name="Oscar Anibal Miranda Mercado" userId="bb3991ac-615b-4f85-a886-eb9b7805c6f5" providerId="ADAL" clId="{305ACABA-E465-45F7-96AF-5D70601370FF}" dt="2026-02-18T14:49:50.113" v="29" actId="478"/>
            <ac:spMkLst>
              <pc:docMk/>
              <pc:sldMasterMk cId="0" sldId="2147483659"/>
              <pc:sldLayoutMk cId="0" sldId="2147483650"/>
              <ac:spMk id="19" creationId="{00000000-0000-0000-0000-000000000000}"/>
            </ac:spMkLst>
          </pc:spChg>
        </pc:sldLayoutChg>
        <pc:sldLayoutChg chg="addSp delSp modSp mod">
          <pc:chgData name="Oscar Anibal Miranda Mercado" userId="bb3991ac-615b-4f85-a886-eb9b7805c6f5" providerId="ADAL" clId="{305ACABA-E465-45F7-96AF-5D70601370FF}" dt="2026-02-18T15:35:57.865" v="564"/>
          <pc:sldLayoutMkLst>
            <pc:docMk/>
            <pc:sldMasterMk cId="0" sldId="2147483659"/>
            <pc:sldLayoutMk cId="0" sldId="2147483651"/>
          </pc:sldLayoutMkLst>
          <pc:spChg chg="add del">
            <ac:chgData name="Oscar Anibal Miranda Mercado" userId="bb3991ac-615b-4f85-a886-eb9b7805c6f5" providerId="ADAL" clId="{305ACABA-E465-45F7-96AF-5D70601370FF}" dt="2026-02-18T15:27:11.559" v="382" actId="11529"/>
            <ac:spMkLst>
              <pc:docMk/>
              <pc:sldMasterMk cId="0" sldId="2147483659"/>
              <pc:sldLayoutMk cId="0" sldId="2147483651"/>
              <ac:spMk id="7" creationId="{40489DAC-3860-4A08-FF78-3A53E59C50F3}"/>
            </ac:spMkLst>
          </pc:spChg>
          <pc:spChg chg="add del mod">
            <ac:chgData name="Oscar Anibal Miranda Mercado" userId="bb3991ac-615b-4f85-a886-eb9b7805c6f5" providerId="ADAL" clId="{305ACABA-E465-45F7-96AF-5D70601370FF}" dt="2026-02-18T15:28:03.778" v="398" actId="948"/>
            <ac:spMkLst>
              <pc:docMk/>
              <pc:sldMasterMk cId="0" sldId="2147483659"/>
              <pc:sldLayoutMk cId="0" sldId="2147483651"/>
              <ac:spMk id="8" creationId="{81B53443-1F9D-2D67-1882-3F12CA923DA9}"/>
            </ac:spMkLst>
          </pc:spChg>
          <pc:spChg chg="add del mod">
            <ac:chgData name="Oscar Anibal Miranda Mercado" userId="bb3991ac-615b-4f85-a886-eb9b7805c6f5" providerId="ADAL" clId="{305ACABA-E465-45F7-96AF-5D70601370FF}" dt="2026-02-18T15:28:05.017" v="400" actId="478"/>
            <ac:spMkLst>
              <pc:docMk/>
              <pc:sldMasterMk cId="0" sldId="2147483659"/>
              <pc:sldLayoutMk cId="0" sldId="2147483651"/>
              <ac:spMk id="9" creationId="{315602C3-61EF-C744-89C4-861B5B0EF950}"/>
            </ac:spMkLst>
          </pc:spChg>
          <pc:spChg chg="add mod">
            <ac:chgData name="Oscar Anibal Miranda Mercado" userId="bb3991ac-615b-4f85-a886-eb9b7805c6f5" providerId="ADAL" clId="{305ACABA-E465-45F7-96AF-5D70601370FF}" dt="2026-02-18T15:28:09.133" v="402" actId="1076"/>
            <ac:spMkLst>
              <pc:docMk/>
              <pc:sldMasterMk cId="0" sldId="2147483659"/>
              <pc:sldLayoutMk cId="0" sldId="2147483651"/>
              <ac:spMk id="10" creationId="{EA50E046-C3F7-809D-FD3D-CABD29191F56}"/>
            </ac:spMkLst>
          </pc:spChg>
          <pc:spChg chg="mod">
            <ac:chgData name="Oscar Anibal Miranda Mercado" userId="bb3991ac-615b-4f85-a886-eb9b7805c6f5" providerId="ADAL" clId="{305ACABA-E465-45F7-96AF-5D70601370FF}" dt="2026-02-18T15:35:57.865" v="564"/>
            <ac:spMkLst>
              <pc:docMk/>
              <pc:sldMasterMk cId="0" sldId="2147483659"/>
              <pc:sldLayoutMk cId="0" sldId="2147483651"/>
              <ac:spMk id="21" creationId="{00000000-0000-0000-0000-000000000000}"/>
            </ac:spMkLst>
          </pc:spChg>
          <pc:spChg chg="del mod">
            <ac:chgData name="Oscar Anibal Miranda Mercado" userId="bb3991ac-615b-4f85-a886-eb9b7805c6f5" providerId="ADAL" clId="{305ACABA-E465-45F7-96AF-5D70601370FF}" dt="2026-02-18T15:27:07.122" v="381" actId="478"/>
            <ac:spMkLst>
              <pc:docMk/>
              <pc:sldMasterMk cId="0" sldId="2147483659"/>
              <pc:sldLayoutMk cId="0" sldId="2147483651"/>
              <ac:spMk id="22" creationId="{00000000-0000-0000-0000-000000000000}"/>
            </ac:spMkLst>
          </pc:spChg>
          <pc:spChg chg="del">
            <ac:chgData name="Oscar Anibal Miranda Mercado" userId="bb3991ac-615b-4f85-a886-eb9b7805c6f5" providerId="ADAL" clId="{305ACABA-E465-45F7-96AF-5D70601370FF}" dt="2026-02-18T15:27:30.560" v="388" actId="478"/>
            <ac:spMkLst>
              <pc:docMk/>
              <pc:sldMasterMk cId="0" sldId="2147483659"/>
              <pc:sldLayoutMk cId="0" sldId="2147483651"/>
              <ac:spMk id="23" creationId="{00000000-0000-0000-0000-000000000000}"/>
            </ac:spMkLst>
          </pc:spChg>
          <pc:picChg chg="del">
            <ac:chgData name="Oscar Anibal Miranda Mercado" userId="bb3991ac-615b-4f85-a886-eb9b7805c6f5" providerId="ADAL" clId="{305ACABA-E465-45F7-96AF-5D70601370FF}" dt="2026-02-18T15:11:26.249" v="167" actId="478"/>
            <ac:picMkLst>
              <pc:docMk/>
              <pc:sldMasterMk cId="0" sldId="2147483659"/>
              <pc:sldLayoutMk cId="0" sldId="2147483651"/>
              <ac:picMk id="5" creationId="{B7849A5B-94A9-5C71-3847-02A4F146AAB6}"/>
            </ac:picMkLst>
          </pc:picChg>
          <pc:picChg chg="del">
            <ac:chgData name="Oscar Anibal Miranda Mercado" userId="bb3991ac-615b-4f85-a886-eb9b7805c6f5" providerId="ADAL" clId="{305ACABA-E465-45F7-96AF-5D70601370FF}" dt="2026-02-18T15:11:28.874" v="168" actId="478"/>
            <ac:picMkLst>
              <pc:docMk/>
              <pc:sldMasterMk cId="0" sldId="2147483659"/>
              <pc:sldLayoutMk cId="0" sldId="2147483651"/>
              <ac:picMk id="6" creationId="{63D2163B-BEE5-AFDC-BD87-1C2D8ACE8DB5}"/>
            </ac:picMkLst>
          </pc:picChg>
        </pc:sldLayoutChg>
        <pc:sldLayoutChg chg="addSp delSp modSp mod">
          <pc:chgData name="Oscar Anibal Miranda Mercado" userId="bb3991ac-615b-4f85-a886-eb9b7805c6f5" providerId="ADAL" clId="{305ACABA-E465-45F7-96AF-5D70601370FF}" dt="2026-02-18T15:36:02.506" v="565"/>
          <pc:sldLayoutMkLst>
            <pc:docMk/>
            <pc:sldMasterMk cId="0" sldId="2147483659"/>
            <pc:sldLayoutMk cId="0" sldId="2147483652"/>
          </pc:sldLayoutMkLst>
          <pc:spChg chg="del">
            <ac:chgData name="Oscar Anibal Miranda Mercado" userId="bb3991ac-615b-4f85-a886-eb9b7805c6f5" providerId="ADAL" clId="{305ACABA-E465-45F7-96AF-5D70601370FF}" dt="2026-02-18T15:33:54.014" v="499" actId="478"/>
            <ac:spMkLst>
              <pc:docMk/>
              <pc:sldMasterMk cId="0" sldId="2147483659"/>
              <pc:sldLayoutMk cId="0" sldId="2147483652"/>
              <ac:spMk id="8" creationId="{AB412C62-81FF-0516-13D4-92C3E9EA2C55}"/>
            </ac:spMkLst>
          </pc:spChg>
          <pc:spChg chg="add del">
            <ac:chgData name="Oscar Anibal Miranda Mercado" userId="bb3991ac-615b-4f85-a886-eb9b7805c6f5" providerId="ADAL" clId="{305ACABA-E465-45F7-96AF-5D70601370FF}" dt="2026-02-18T15:34:00.153" v="500" actId="11529"/>
            <ac:spMkLst>
              <pc:docMk/>
              <pc:sldMasterMk cId="0" sldId="2147483659"/>
              <pc:sldLayoutMk cId="0" sldId="2147483652"/>
              <ac:spMk id="9" creationId="{A2944776-781C-7C71-2ED0-C8A0F4E129B1}"/>
            </ac:spMkLst>
          </pc:spChg>
          <pc:spChg chg="add mod">
            <ac:chgData name="Oscar Anibal Miranda Mercado" userId="bb3991ac-615b-4f85-a886-eb9b7805c6f5" providerId="ADAL" clId="{305ACABA-E465-45F7-96AF-5D70601370FF}" dt="2026-02-18T15:34:22.841" v="505" actId="207"/>
            <ac:spMkLst>
              <pc:docMk/>
              <pc:sldMasterMk cId="0" sldId="2147483659"/>
              <pc:sldLayoutMk cId="0" sldId="2147483652"/>
              <ac:spMk id="10" creationId="{D8654506-72F3-1D4B-8ACF-39FAEA101BA6}"/>
            </ac:spMkLst>
          </pc:spChg>
          <pc:spChg chg="mod">
            <ac:chgData name="Oscar Anibal Miranda Mercado" userId="bb3991ac-615b-4f85-a886-eb9b7805c6f5" providerId="ADAL" clId="{305ACABA-E465-45F7-96AF-5D70601370FF}" dt="2026-02-18T15:36:02.506" v="565"/>
            <ac:spMkLst>
              <pc:docMk/>
              <pc:sldMasterMk cId="0" sldId="2147483659"/>
              <pc:sldLayoutMk cId="0" sldId="2147483652"/>
              <ac:spMk id="26" creationId="{00000000-0000-0000-0000-000000000000}"/>
            </ac:spMkLst>
          </pc:spChg>
        </pc:sldLayoutChg>
        <pc:sldLayoutChg chg="addSp delSp modSp add del mod">
          <pc:chgData name="Oscar Anibal Miranda Mercado" userId="bb3991ac-615b-4f85-a886-eb9b7805c6f5" providerId="ADAL" clId="{305ACABA-E465-45F7-96AF-5D70601370FF}" dt="2026-02-18T15:26:06.492" v="361" actId="47"/>
          <pc:sldLayoutMkLst>
            <pc:docMk/>
            <pc:sldMasterMk cId="0" sldId="2147483659"/>
            <pc:sldLayoutMk cId="0" sldId="2147483653"/>
          </pc:sldLayoutMkLst>
          <pc:spChg chg="del">
            <ac:chgData name="Oscar Anibal Miranda Mercado" userId="bb3991ac-615b-4f85-a886-eb9b7805c6f5" providerId="ADAL" clId="{305ACABA-E465-45F7-96AF-5D70601370FF}" dt="2026-02-18T15:22:23.971" v="302" actId="478"/>
            <ac:spMkLst>
              <pc:docMk/>
              <pc:sldMasterMk cId="0" sldId="2147483659"/>
              <pc:sldLayoutMk cId="0" sldId="2147483653"/>
              <ac:spMk id="4" creationId="{C316A0CB-405A-CD18-1BA6-2D847D57FB66}"/>
            </ac:spMkLst>
          </pc:spChg>
          <pc:spChg chg="del">
            <ac:chgData name="Oscar Anibal Miranda Mercado" userId="bb3991ac-615b-4f85-a886-eb9b7805c6f5" providerId="ADAL" clId="{305ACABA-E465-45F7-96AF-5D70601370FF}" dt="2026-02-18T15:22:21.131" v="301" actId="478"/>
            <ac:spMkLst>
              <pc:docMk/>
              <pc:sldMasterMk cId="0" sldId="2147483659"/>
              <pc:sldLayoutMk cId="0" sldId="2147483653"/>
              <ac:spMk id="6" creationId="{3383713F-80B8-2799-0096-511950F64DA0}"/>
            </ac:spMkLst>
          </pc:spChg>
          <pc:spChg chg="add del">
            <ac:chgData name="Oscar Anibal Miranda Mercado" userId="bb3991ac-615b-4f85-a886-eb9b7805c6f5" providerId="ADAL" clId="{305ACABA-E465-45F7-96AF-5D70601370FF}" dt="2026-02-18T15:22:34.775" v="303" actId="11529"/>
            <ac:spMkLst>
              <pc:docMk/>
              <pc:sldMasterMk cId="0" sldId="2147483659"/>
              <pc:sldLayoutMk cId="0" sldId="2147483653"/>
              <ac:spMk id="9" creationId="{FC1DC72B-256F-84A9-B8A4-F8EC7DAFAD91}"/>
            </ac:spMkLst>
          </pc:spChg>
          <pc:spChg chg="add mod">
            <ac:chgData name="Oscar Anibal Miranda Mercado" userId="bb3991ac-615b-4f85-a886-eb9b7805c6f5" providerId="ADAL" clId="{305ACABA-E465-45F7-96AF-5D70601370FF}" dt="2026-02-18T15:22:52.017" v="319" actId="948"/>
            <ac:spMkLst>
              <pc:docMk/>
              <pc:sldMasterMk cId="0" sldId="2147483659"/>
              <pc:sldLayoutMk cId="0" sldId="2147483653"/>
              <ac:spMk id="10" creationId="{E18BCA9E-0C47-97EB-5D3C-2EE755160C08}"/>
            </ac:spMkLst>
          </pc:spChg>
          <pc:spChg chg="add mod">
            <ac:chgData name="Oscar Anibal Miranda Mercado" userId="bb3991ac-615b-4f85-a886-eb9b7805c6f5" providerId="ADAL" clId="{305ACABA-E465-45F7-96AF-5D70601370FF}" dt="2026-02-18T15:23:09.098" v="324" actId="1076"/>
            <ac:spMkLst>
              <pc:docMk/>
              <pc:sldMasterMk cId="0" sldId="2147483659"/>
              <pc:sldLayoutMk cId="0" sldId="2147483653"/>
              <ac:spMk id="11" creationId="{A67F4039-A525-76C3-6BC8-9BECA3EAC1A8}"/>
            </ac:spMkLst>
          </pc:spChg>
          <pc:picChg chg="add del mod">
            <ac:chgData name="Oscar Anibal Miranda Mercado" userId="bb3991ac-615b-4f85-a886-eb9b7805c6f5" providerId="ADAL" clId="{305ACABA-E465-45F7-96AF-5D70601370FF}" dt="2026-02-18T15:24:15.556" v="333" actId="478"/>
            <ac:picMkLst>
              <pc:docMk/>
              <pc:sldMasterMk cId="0" sldId="2147483659"/>
              <pc:sldLayoutMk cId="0" sldId="2147483653"/>
              <ac:picMk id="12" creationId="{E1743826-D58F-569E-32BD-BF32A99DB1AA}"/>
            </ac:picMkLst>
          </pc:picChg>
        </pc:sldLayoutChg>
        <pc:sldLayoutChg chg="delSp del mod setBg">
          <pc:chgData name="Oscar Anibal Miranda Mercado" userId="bb3991ac-615b-4f85-a886-eb9b7805c6f5" providerId="ADAL" clId="{305ACABA-E465-45F7-96AF-5D70601370FF}" dt="2026-02-18T15:29:53.338" v="432" actId="47"/>
          <pc:sldLayoutMkLst>
            <pc:docMk/>
            <pc:sldMasterMk cId="0" sldId="2147483659"/>
            <pc:sldLayoutMk cId="0" sldId="2147483654"/>
          </pc:sldLayoutMkLst>
          <pc:spChg chg="del">
            <ac:chgData name="Oscar Anibal Miranda Mercado" userId="bb3991ac-615b-4f85-a886-eb9b7805c6f5" providerId="ADAL" clId="{305ACABA-E465-45F7-96AF-5D70601370FF}" dt="2026-02-18T15:28:56.575" v="417" actId="478"/>
            <ac:spMkLst>
              <pc:docMk/>
              <pc:sldMasterMk cId="0" sldId="2147483659"/>
              <pc:sldLayoutMk cId="0" sldId="2147483654"/>
              <ac:spMk id="4" creationId="{3F331CCE-8608-CA01-B2B2-225351619EA5}"/>
            </ac:spMkLst>
          </pc:spChg>
        </pc:sldLayoutChg>
        <pc:sldLayoutChg chg="delSp del mod setBg">
          <pc:chgData name="Oscar Anibal Miranda Mercado" userId="bb3991ac-615b-4f85-a886-eb9b7805c6f5" providerId="ADAL" clId="{305ACABA-E465-45F7-96AF-5D70601370FF}" dt="2026-02-18T15:31:54.749" v="452" actId="47"/>
          <pc:sldLayoutMkLst>
            <pc:docMk/>
            <pc:sldMasterMk cId="0" sldId="2147483659"/>
            <pc:sldLayoutMk cId="0" sldId="2147483655"/>
          </pc:sldLayoutMkLst>
          <pc:spChg chg="del">
            <ac:chgData name="Oscar Anibal Miranda Mercado" userId="bb3991ac-615b-4f85-a886-eb9b7805c6f5" providerId="ADAL" clId="{305ACABA-E465-45F7-96AF-5D70601370FF}" dt="2026-02-18T14:48:34.611" v="22" actId="478"/>
            <ac:spMkLst>
              <pc:docMk/>
              <pc:sldMasterMk cId="0" sldId="2147483659"/>
              <pc:sldLayoutMk cId="0" sldId="2147483655"/>
              <ac:spMk id="40" creationId="{00000000-0000-0000-0000-000000000000}"/>
            </ac:spMkLst>
          </pc:spChg>
        </pc:sldLayoutChg>
        <pc:sldLayoutChg chg="addSp delSp modSp mod">
          <pc:chgData name="Oscar Anibal Miranda Mercado" userId="bb3991ac-615b-4f85-a886-eb9b7805c6f5" providerId="ADAL" clId="{305ACABA-E465-45F7-96AF-5D70601370FF}" dt="2026-02-18T15:13:41.204" v="194"/>
          <pc:sldLayoutMkLst>
            <pc:docMk/>
            <pc:sldMasterMk cId="0" sldId="2147483659"/>
            <pc:sldLayoutMk cId="0" sldId="2147483656"/>
          </pc:sldLayoutMkLst>
          <pc:spChg chg="add mod">
            <ac:chgData name="Oscar Anibal Miranda Mercado" userId="bb3991ac-615b-4f85-a886-eb9b7805c6f5" providerId="ADAL" clId="{305ACABA-E465-45F7-96AF-5D70601370FF}" dt="2026-02-18T14:50:28.832" v="31"/>
            <ac:spMkLst>
              <pc:docMk/>
              <pc:sldMasterMk cId="0" sldId="2147483659"/>
              <pc:sldLayoutMk cId="0" sldId="2147483656"/>
              <ac:spMk id="2" creationId="{41C12812-F4EE-126C-2BE4-C9D15C75C76B}"/>
            </ac:spMkLst>
          </pc:spChg>
          <pc:spChg chg="add mod">
            <ac:chgData name="Oscar Anibal Miranda Mercado" userId="bb3991ac-615b-4f85-a886-eb9b7805c6f5" providerId="ADAL" clId="{305ACABA-E465-45F7-96AF-5D70601370FF}" dt="2026-02-18T15:13:41.204" v="194"/>
            <ac:spMkLst>
              <pc:docMk/>
              <pc:sldMasterMk cId="0" sldId="2147483659"/>
              <pc:sldLayoutMk cId="0" sldId="2147483656"/>
              <ac:spMk id="3" creationId="{CA589960-7DAF-E848-1A12-BF4E381A7226}"/>
            </ac:spMkLst>
          </pc:spChg>
          <pc:spChg chg="del">
            <ac:chgData name="Oscar Anibal Miranda Mercado" userId="bb3991ac-615b-4f85-a886-eb9b7805c6f5" providerId="ADAL" clId="{305ACABA-E465-45F7-96AF-5D70601370FF}" dt="2026-02-18T14:48:26.087" v="19" actId="478"/>
            <ac:spMkLst>
              <pc:docMk/>
              <pc:sldMasterMk cId="0" sldId="2147483659"/>
              <pc:sldLayoutMk cId="0" sldId="2147483656"/>
              <ac:spMk id="42" creationId="{00000000-0000-0000-0000-000000000000}"/>
            </ac:spMkLst>
          </pc:spChg>
          <pc:spChg chg="del">
            <ac:chgData name="Oscar Anibal Miranda Mercado" userId="bb3991ac-615b-4f85-a886-eb9b7805c6f5" providerId="ADAL" clId="{305ACABA-E465-45F7-96AF-5D70601370FF}" dt="2026-02-18T14:48:32.973" v="21" actId="478"/>
            <ac:spMkLst>
              <pc:docMk/>
              <pc:sldMasterMk cId="0" sldId="2147483659"/>
              <pc:sldLayoutMk cId="0" sldId="2147483656"/>
              <ac:spMk id="43" creationId="{00000000-0000-0000-0000-000000000000}"/>
            </ac:spMkLst>
          </pc:spChg>
        </pc:sldLayoutChg>
        <pc:sldLayoutChg chg="addSp delSp modSp mod">
          <pc:chgData name="Oscar Anibal Miranda Mercado" userId="bb3991ac-615b-4f85-a886-eb9b7805c6f5" providerId="ADAL" clId="{305ACABA-E465-45F7-96AF-5D70601370FF}" dt="2026-02-18T15:36:14.192" v="566"/>
          <pc:sldLayoutMkLst>
            <pc:docMk/>
            <pc:sldMasterMk cId="0" sldId="2147483659"/>
            <pc:sldLayoutMk cId="0" sldId="2147483658"/>
          </pc:sldLayoutMkLst>
          <pc:spChg chg="add mod">
            <ac:chgData name="Oscar Anibal Miranda Mercado" userId="bb3991ac-615b-4f85-a886-eb9b7805c6f5" providerId="ADAL" clId="{305ACABA-E465-45F7-96AF-5D70601370FF}" dt="2026-02-18T15:36:14.192" v="566"/>
            <ac:spMkLst>
              <pc:docMk/>
              <pc:sldMasterMk cId="0" sldId="2147483659"/>
              <pc:sldLayoutMk cId="0" sldId="2147483658"/>
              <ac:spMk id="2" creationId="{5C96C0CA-7B4C-9F8E-33FD-A215D41D4320}"/>
            </ac:spMkLst>
          </pc:spChg>
          <pc:spChg chg="del">
            <ac:chgData name="Oscar Anibal Miranda Mercado" userId="bb3991ac-615b-4f85-a886-eb9b7805c6f5" providerId="ADAL" clId="{305ACABA-E465-45F7-96AF-5D70601370FF}" dt="2026-02-18T14:48:31.648" v="20" actId="478"/>
            <ac:spMkLst>
              <pc:docMk/>
              <pc:sldMasterMk cId="0" sldId="2147483659"/>
              <pc:sldLayoutMk cId="0" sldId="2147483658"/>
              <ac:spMk id="49" creationId="{00000000-0000-0000-0000-000000000000}"/>
            </ac:spMkLst>
          </pc:spChg>
        </pc:sldLayoutChg>
        <pc:sldLayoutChg chg="setBg">
          <pc:chgData name="Oscar Anibal Miranda Mercado" userId="bb3991ac-615b-4f85-a886-eb9b7805c6f5" providerId="ADAL" clId="{305ACABA-E465-45F7-96AF-5D70601370FF}" dt="2026-02-18T15:29:07.465" v="419"/>
          <pc:sldLayoutMkLst>
            <pc:docMk/>
            <pc:sldMasterMk cId="0" sldId="2147483659"/>
            <pc:sldLayoutMk cId="2900189941" sldId="2147483660"/>
          </pc:sldLayoutMkLst>
        </pc:sldLayoutChg>
        <pc:sldLayoutChg chg="setBg">
          <pc:chgData name="Oscar Anibal Miranda Mercado" userId="bb3991ac-615b-4f85-a886-eb9b7805c6f5" providerId="ADAL" clId="{305ACABA-E465-45F7-96AF-5D70601370FF}" dt="2026-02-18T15:29:07.465" v="419"/>
          <pc:sldLayoutMkLst>
            <pc:docMk/>
            <pc:sldMasterMk cId="0" sldId="2147483659"/>
            <pc:sldLayoutMk cId="1858057300" sldId="2147483661"/>
          </pc:sldLayoutMkLst>
        </pc:sldLayoutChg>
        <pc:sldLayoutChg chg="modSp mod setBg">
          <pc:chgData name="Oscar Anibal Miranda Mercado" userId="bb3991ac-615b-4f85-a886-eb9b7805c6f5" providerId="ADAL" clId="{305ACABA-E465-45F7-96AF-5D70601370FF}" dt="2026-02-18T15:01:05.977" v="101" actId="2711"/>
          <pc:sldLayoutMkLst>
            <pc:docMk/>
            <pc:sldMasterMk cId="0" sldId="2147483659"/>
            <pc:sldLayoutMk cId="2091854475" sldId="2147483662"/>
          </pc:sldLayoutMkLst>
          <pc:spChg chg="mod">
            <ac:chgData name="Oscar Anibal Miranda Mercado" userId="bb3991ac-615b-4f85-a886-eb9b7805c6f5" providerId="ADAL" clId="{305ACABA-E465-45F7-96AF-5D70601370FF}" dt="2026-02-18T14:57:44.680" v="68" actId="6549"/>
            <ac:spMkLst>
              <pc:docMk/>
              <pc:sldMasterMk cId="0" sldId="2147483659"/>
              <pc:sldLayoutMk cId="2091854475" sldId="2147483662"/>
              <ac:spMk id="2" creationId="{2F7BF585-D081-E59E-107F-7A9A6D8B3D43}"/>
            </ac:spMkLst>
          </pc:spChg>
          <pc:spChg chg="mod">
            <ac:chgData name="Oscar Anibal Miranda Mercado" userId="bb3991ac-615b-4f85-a886-eb9b7805c6f5" providerId="ADAL" clId="{305ACABA-E465-45F7-96AF-5D70601370FF}" dt="2026-02-18T15:01:05.977" v="101" actId="2711"/>
            <ac:spMkLst>
              <pc:docMk/>
              <pc:sldMasterMk cId="0" sldId="2147483659"/>
              <pc:sldLayoutMk cId="2091854475" sldId="2147483662"/>
              <ac:spMk id="3" creationId="{B64992CB-4559-CF60-31C7-79D42582A7C2}"/>
            </ac:spMkLst>
          </pc:spChg>
          <pc:spChg chg="mod">
            <ac:chgData name="Oscar Anibal Miranda Mercado" userId="bb3991ac-615b-4f85-a886-eb9b7805c6f5" providerId="ADAL" clId="{305ACABA-E465-45F7-96AF-5D70601370FF}" dt="2026-02-18T14:56:14.614" v="55"/>
            <ac:spMkLst>
              <pc:docMk/>
              <pc:sldMasterMk cId="0" sldId="2147483659"/>
              <pc:sldLayoutMk cId="2091854475" sldId="2147483662"/>
              <ac:spMk id="4" creationId="{546EAE80-9D9B-39CC-7222-1BDB2D17C5BC}"/>
            </ac:spMkLst>
          </pc:spChg>
          <pc:spChg chg="mod">
            <ac:chgData name="Oscar Anibal Miranda Mercado" userId="bb3991ac-615b-4f85-a886-eb9b7805c6f5" providerId="ADAL" clId="{305ACABA-E465-45F7-96AF-5D70601370FF}" dt="2026-02-18T14:56:14.614" v="55"/>
            <ac:spMkLst>
              <pc:docMk/>
              <pc:sldMasterMk cId="0" sldId="2147483659"/>
              <pc:sldLayoutMk cId="2091854475" sldId="2147483662"/>
              <ac:spMk id="5" creationId="{F2BE4CA0-4611-5315-3183-15A035D15EC6}"/>
            </ac:spMkLst>
          </pc:spChg>
        </pc:sldLayoutChg>
        <pc:sldLayoutChg chg="addSp delSp modSp mod setBg">
          <pc:chgData name="Oscar Anibal Miranda Mercado" userId="bb3991ac-615b-4f85-a886-eb9b7805c6f5" providerId="ADAL" clId="{305ACABA-E465-45F7-96AF-5D70601370FF}" dt="2026-02-18T15:40:15.299" v="676" actId="255"/>
          <pc:sldLayoutMkLst>
            <pc:docMk/>
            <pc:sldMasterMk cId="0" sldId="2147483659"/>
            <pc:sldLayoutMk cId="2826381143" sldId="2147483662"/>
          </pc:sldLayoutMkLst>
          <pc:spChg chg="mod">
            <ac:chgData name="Oscar Anibal Miranda Mercado" userId="bb3991ac-615b-4f85-a886-eb9b7805c6f5" providerId="ADAL" clId="{305ACABA-E465-45F7-96AF-5D70601370FF}" dt="2026-02-18T15:15:49.741" v="221" actId="14100"/>
            <ac:spMkLst>
              <pc:docMk/>
              <pc:sldMasterMk cId="0" sldId="2147483659"/>
              <pc:sldLayoutMk cId="2826381143" sldId="2147483662"/>
              <ac:spMk id="2" creationId="{3EBB1BA6-3B6F-013F-363B-21604E7E0650}"/>
            </ac:spMkLst>
          </pc:spChg>
          <pc:spChg chg="del">
            <ac:chgData name="Oscar Anibal Miranda Mercado" userId="bb3991ac-615b-4f85-a886-eb9b7805c6f5" providerId="ADAL" clId="{305ACABA-E465-45F7-96AF-5D70601370FF}" dt="2026-02-18T15:16:17.380" v="232" actId="478"/>
            <ac:spMkLst>
              <pc:docMk/>
              <pc:sldMasterMk cId="0" sldId="2147483659"/>
              <pc:sldLayoutMk cId="2826381143" sldId="2147483662"/>
              <ac:spMk id="3" creationId="{163CFDB1-BC58-0431-AECF-552065ECBDB9}"/>
            </ac:spMkLst>
          </pc:spChg>
          <pc:spChg chg="add del mod">
            <ac:chgData name="Oscar Anibal Miranda Mercado" userId="bb3991ac-615b-4f85-a886-eb9b7805c6f5" providerId="ADAL" clId="{305ACABA-E465-45F7-96AF-5D70601370FF}" dt="2026-02-18T15:15:35.903" v="216" actId="478"/>
            <ac:spMkLst>
              <pc:docMk/>
              <pc:sldMasterMk cId="0" sldId="2147483659"/>
              <pc:sldLayoutMk cId="2826381143" sldId="2147483662"/>
              <ac:spMk id="7" creationId="{F2847B66-99C8-751A-31DF-06CB4E4E71EB}"/>
            </ac:spMkLst>
          </pc:spChg>
          <pc:spChg chg="add del">
            <ac:chgData name="Oscar Anibal Miranda Mercado" userId="bb3991ac-615b-4f85-a886-eb9b7805c6f5" providerId="ADAL" clId="{305ACABA-E465-45F7-96AF-5D70601370FF}" dt="2026-02-18T15:15:55.524" v="222" actId="11529"/>
            <ac:spMkLst>
              <pc:docMk/>
              <pc:sldMasterMk cId="0" sldId="2147483659"/>
              <pc:sldLayoutMk cId="2826381143" sldId="2147483662"/>
              <ac:spMk id="8" creationId="{8AAEB586-112B-0343-6FCD-F16C968B6493}"/>
            </ac:spMkLst>
          </pc:spChg>
          <pc:spChg chg="add del mod">
            <ac:chgData name="Oscar Anibal Miranda Mercado" userId="bb3991ac-615b-4f85-a886-eb9b7805c6f5" providerId="ADAL" clId="{305ACABA-E465-45F7-96AF-5D70601370FF}" dt="2026-02-18T15:15:57.126" v="223" actId="478"/>
            <ac:spMkLst>
              <pc:docMk/>
              <pc:sldMasterMk cId="0" sldId="2147483659"/>
              <pc:sldLayoutMk cId="2826381143" sldId="2147483662"/>
              <ac:spMk id="9" creationId="{4909A5A0-D0CC-4AFD-65FA-CD56A1A3CDCE}"/>
            </ac:spMkLst>
          </pc:spChg>
          <pc:spChg chg="add del">
            <ac:chgData name="Oscar Anibal Miranda Mercado" userId="bb3991ac-615b-4f85-a886-eb9b7805c6f5" providerId="ADAL" clId="{305ACABA-E465-45F7-96AF-5D70601370FF}" dt="2026-02-18T15:16:03.267" v="224" actId="11529"/>
            <ac:spMkLst>
              <pc:docMk/>
              <pc:sldMasterMk cId="0" sldId="2147483659"/>
              <pc:sldLayoutMk cId="2826381143" sldId="2147483662"/>
              <ac:spMk id="10" creationId="{BF8B0186-8B63-99B1-1957-EAA5AC6C7AB0}"/>
            </ac:spMkLst>
          </pc:spChg>
          <pc:spChg chg="add mod">
            <ac:chgData name="Oscar Anibal Miranda Mercado" userId="bb3991ac-615b-4f85-a886-eb9b7805c6f5" providerId="ADAL" clId="{305ACABA-E465-45F7-96AF-5D70601370FF}" dt="2026-02-18T15:40:15.299" v="676" actId="255"/>
            <ac:spMkLst>
              <pc:docMk/>
              <pc:sldMasterMk cId="0" sldId="2147483659"/>
              <pc:sldLayoutMk cId="2826381143" sldId="2147483662"/>
              <ac:spMk id="11" creationId="{E8EECAF7-7FBF-8239-2214-129C67477520}"/>
            </ac:spMkLst>
          </pc:spChg>
          <pc:picChg chg="add mod">
            <ac:chgData name="Oscar Anibal Miranda Mercado" userId="bb3991ac-615b-4f85-a886-eb9b7805c6f5" providerId="ADAL" clId="{305ACABA-E465-45F7-96AF-5D70601370FF}" dt="2026-02-18T15:15:10.972" v="210"/>
            <ac:picMkLst>
              <pc:docMk/>
              <pc:sldMasterMk cId="0" sldId="2147483659"/>
              <pc:sldLayoutMk cId="2826381143" sldId="2147483662"/>
              <ac:picMk id="4" creationId="{130AD4C1-77B4-1950-B39A-609AA3E018CB}"/>
            </ac:picMkLst>
          </pc:picChg>
          <pc:picChg chg="add mod">
            <ac:chgData name="Oscar Anibal Miranda Mercado" userId="bb3991ac-615b-4f85-a886-eb9b7805c6f5" providerId="ADAL" clId="{305ACABA-E465-45F7-96AF-5D70601370FF}" dt="2026-02-18T15:15:13.050" v="211"/>
            <ac:picMkLst>
              <pc:docMk/>
              <pc:sldMasterMk cId="0" sldId="2147483659"/>
              <pc:sldLayoutMk cId="2826381143" sldId="2147483662"/>
              <ac:picMk id="5" creationId="{D486A22D-84FC-955E-20FB-DE014D3B60C1}"/>
            </ac:picMkLst>
          </pc:picChg>
        </pc:sldLayoutChg>
        <pc:sldLayoutChg chg="addSp delSp modSp add mod modTransition">
          <pc:chgData name="Oscar Anibal Miranda Mercado" userId="bb3991ac-615b-4f85-a886-eb9b7805c6f5" providerId="ADAL" clId="{305ACABA-E465-45F7-96AF-5D70601370FF}" dt="2026-02-18T15:36:18.187" v="567"/>
          <pc:sldLayoutMkLst>
            <pc:docMk/>
            <pc:sldMasterMk cId="0" sldId="2147483659"/>
            <pc:sldLayoutMk cId="3077789289" sldId="2147483663"/>
          </pc:sldLayoutMkLst>
          <pc:spChg chg="mod">
            <ac:chgData name="Oscar Anibal Miranda Mercado" userId="bb3991ac-615b-4f85-a886-eb9b7805c6f5" providerId="ADAL" clId="{305ACABA-E465-45F7-96AF-5D70601370FF}" dt="2026-02-18T15:36:18.187" v="567"/>
            <ac:spMkLst>
              <pc:docMk/>
              <pc:sldMasterMk cId="0" sldId="2147483659"/>
              <pc:sldLayoutMk cId="3077789289" sldId="2147483663"/>
              <ac:spMk id="2" creationId="{5C96C0CA-7B4C-9F8E-33FD-A215D41D4320}"/>
            </ac:spMkLst>
          </pc:spChg>
          <pc:spChg chg="add del">
            <ac:chgData name="Oscar Anibal Miranda Mercado" userId="bb3991ac-615b-4f85-a886-eb9b7805c6f5" providerId="ADAL" clId="{305ACABA-E465-45F7-96AF-5D70601370FF}" dt="2026-02-18T15:18:36.728" v="248" actId="11529"/>
            <ac:spMkLst>
              <pc:docMk/>
              <pc:sldMasterMk cId="0" sldId="2147483659"/>
              <pc:sldLayoutMk cId="3077789289" sldId="2147483663"/>
              <ac:spMk id="3" creationId="{AC155160-13EE-CF85-D322-3D80F47CCB3F}"/>
            </ac:spMkLst>
          </pc:spChg>
          <pc:spChg chg="add mod">
            <ac:chgData name="Oscar Anibal Miranda Mercado" userId="bb3991ac-615b-4f85-a886-eb9b7805c6f5" providerId="ADAL" clId="{305ACABA-E465-45F7-96AF-5D70601370FF}" dt="2026-02-18T15:20:29.117" v="275" actId="948"/>
            <ac:spMkLst>
              <pc:docMk/>
              <pc:sldMasterMk cId="0" sldId="2147483659"/>
              <pc:sldLayoutMk cId="3077789289" sldId="2147483663"/>
              <ac:spMk id="4" creationId="{8BE71C1B-6D21-9350-D7FF-B14C6894DBAA}"/>
            </ac:spMkLst>
          </pc:spChg>
        </pc:sldLayoutChg>
        <pc:sldLayoutChg chg="modSp mod">
          <pc:chgData name="Oscar Anibal Miranda Mercado" userId="bb3991ac-615b-4f85-a886-eb9b7805c6f5" providerId="ADAL" clId="{305ACABA-E465-45F7-96AF-5D70601370FF}" dt="2026-02-18T15:36:21.509" v="568"/>
          <pc:sldLayoutMkLst>
            <pc:docMk/>
            <pc:sldMasterMk cId="0" sldId="2147483659"/>
            <pc:sldLayoutMk cId="1280718053" sldId="2147483664"/>
          </pc:sldLayoutMkLst>
          <pc:spChg chg="mod">
            <ac:chgData name="Oscar Anibal Miranda Mercado" userId="bb3991ac-615b-4f85-a886-eb9b7805c6f5" providerId="ADAL" clId="{305ACABA-E465-45F7-96AF-5D70601370FF}" dt="2026-02-18T15:36:21.509" v="568"/>
            <ac:spMkLst>
              <pc:docMk/>
              <pc:sldMasterMk cId="0" sldId="2147483659"/>
              <pc:sldLayoutMk cId="1280718053" sldId="2147483664"/>
              <ac:spMk id="2" creationId="{5C96C0CA-7B4C-9F8E-33FD-A215D41D4320}"/>
            </ac:spMkLst>
          </pc:spChg>
          <pc:spChg chg="mod">
            <ac:chgData name="Oscar Anibal Miranda Mercado" userId="bb3991ac-615b-4f85-a886-eb9b7805c6f5" providerId="ADAL" clId="{305ACABA-E465-45F7-96AF-5D70601370FF}" dt="2026-02-18T15:20:58.916" v="279" actId="14100"/>
            <ac:spMkLst>
              <pc:docMk/>
              <pc:sldMasterMk cId="0" sldId="2147483659"/>
              <pc:sldLayoutMk cId="1280718053" sldId="2147483664"/>
              <ac:spMk id="4" creationId="{8BE71C1B-6D21-9350-D7FF-B14C6894DBAA}"/>
            </ac:spMkLst>
          </pc:spChg>
        </pc:sldLayoutChg>
        <pc:sldLayoutChg chg="addSp delSp modSp mod">
          <pc:chgData name="Oscar Anibal Miranda Mercado" userId="bb3991ac-615b-4f85-a886-eb9b7805c6f5" providerId="ADAL" clId="{305ACABA-E465-45F7-96AF-5D70601370FF}" dt="2026-02-18T15:25:50.460" v="357" actId="207"/>
          <pc:sldLayoutMkLst>
            <pc:docMk/>
            <pc:sldMasterMk cId="0" sldId="2147483659"/>
            <pc:sldLayoutMk cId="3282097724" sldId="2147483665"/>
          </pc:sldLayoutMkLst>
          <pc:spChg chg="mod">
            <ac:chgData name="Oscar Anibal Miranda Mercado" userId="bb3991ac-615b-4f85-a886-eb9b7805c6f5" providerId="ADAL" clId="{305ACABA-E465-45F7-96AF-5D70601370FF}" dt="2026-02-18T15:25:27.644" v="350" actId="1076"/>
            <ac:spMkLst>
              <pc:docMk/>
              <pc:sldMasterMk cId="0" sldId="2147483659"/>
              <pc:sldLayoutMk cId="3282097724" sldId="2147483665"/>
              <ac:spMk id="2" creationId="{9B73615F-59E3-9A14-BDEA-8903B3A77D4D}"/>
            </ac:spMkLst>
          </pc:spChg>
          <pc:spChg chg="del">
            <ac:chgData name="Oscar Anibal Miranda Mercado" userId="bb3991ac-615b-4f85-a886-eb9b7805c6f5" providerId="ADAL" clId="{305ACABA-E465-45F7-96AF-5D70601370FF}" dt="2026-02-18T15:25:29.898" v="351" actId="478"/>
            <ac:spMkLst>
              <pc:docMk/>
              <pc:sldMasterMk cId="0" sldId="2147483659"/>
              <pc:sldLayoutMk cId="3282097724" sldId="2147483665"/>
              <ac:spMk id="3" creationId="{5F575117-72B3-F817-1B0E-0D0D11807623}"/>
            </ac:spMkLst>
          </pc:spChg>
          <pc:spChg chg="add del">
            <ac:chgData name="Oscar Anibal Miranda Mercado" userId="bb3991ac-615b-4f85-a886-eb9b7805c6f5" providerId="ADAL" clId="{305ACABA-E465-45F7-96AF-5D70601370FF}" dt="2026-02-18T15:25:37.194" v="353" actId="11529"/>
            <ac:spMkLst>
              <pc:docMk/>
              <pc:sldMasterMk cId="0" sldId="2147483659"/>
              <pc:sldLayoutMk cId="3282097724" sldId="2147483665"/>
              <ac:spMk id="7" creationId="{E6F7AE90-FB58-ACD4-F442-B51C5C661B54}"/>
            </ac:spMkLst>
          </pc:spChg>
          <pc:spChg chg="add mod">
            <ac:chgData name="Oscar Anibal Miranda Mercado" userId="bb3991ac-615b-4f85-a886-eb9b7805c6f5" providerId="ADAL" clId="{305ACABA-E465-45F7-96AF-5D70601370FF}" dt="2026-02-18T15:25:50.460" v="357" actId="207"/>
            <ac:spMkLst>
              <pc:docMk/>
              <pc:sldMasterMk cId="0" sldId="2147483659"/>
              <pc:sldLayoutMk cId="3282097724" sldId="2147483665"/>
              <ac:spMk id="8" creationId="{3542E145-D3F9-46D5-B984-C0BF0A0C79F7}"/>
            </ac:spMkLst>
          </pc:spChg>
          <pc:picChg chg="add mod ord">
            <ac:chgData name="Oscar Anibal Miranda Mercado" userId="bb3991ac-615b-4f85-a886-eb9b7805c6f5" providerId="ADAL" clId="{305ACABA-E465-45F7-96AF-5D70601370FF}" dt="2026-02-18T15:25:08.477" v="343" actId="167"/>
            <ac:picMkLst>
              <pc:docMk/>
              <pc:sldMasterMk cId="0" sldId="2147483659"/>
              <pc:sldLayoutMk cId="3282097724" sldId="2147483665"/>
              <ac:picMk id="4" creationId="{B204683B-C8C5-33F6-64A5-DBA2267D8C3E}"/>
            </ac:picMkLst>
          </pc:picChg>
          <pc:picChg chg="add mod">
            <ac:chgData name="Oscar Anibal Miranda Mercado" userId="bb3991ac-615b-4f85-a886-eb9b7805c6f5" providerId="ADAL" clId="{305ACABA-E465-45F7-96AF-5D70601370FF}" dt="2026-02-18T15:25:32.158" v="352"/>
            <ac:picMkLst>
              <pc:docMk/>
              <pc:sldMasterMk cId="0" sldId="2147483659"/>
              <pc:sldLayoutMk cId="3282097724" sldId="2147483665"/>
              <ac:picMk id="6" creationId="{07CD7E51-36B6-FC1E-1ABE-ED1C200E9D7D}"/>
            </ac:picMkLst>
          </pc:picChg>
          <pc:cxnChg chg="add mod">
            <ac:chgData name="Oscar Anibal Miranda Mercado" userId="bb3991ac-615b-4f85-a886-eb9b7805c6f5" providerId="ADAL" clId="{305ACABA-E465-45F7-96AF-5D70601370FF}" dt="2026-02-18T15:25:24.994" v="349"/>
            <ac:cxnSpMkLst>
              <pc:docMk/>
              <pc:sldMasterMk cId="0" sldId="2147483659"/>
              <pc:sldLayoutMk cId="3282097724" sldId="2147483665"/>
              <ac:cxnSpMk id="5" creationId="{2EE74C03-D4EC-3761-8F65-33EC04ADE253}"/>
            </ac:cxnSpMkLst>
          </pc:cxnChg>
        </pc:sldLayoutChg>
        <pc:sldLayoutChg chg="addSp delSp modSp mod setBg">
          <pc:chgData name="Oscar Anibal Miranda Mercado" userId="bb3991ac-615b-4f85-a886-eb9b7805c6f5" providerId="ADAL" clId="{305ACABA-E465-45F7-96AF-5D70601370FF}" dt="2026-02-18T15:30:10.314" v="435"/>
          <pc:sldLayoutMkLst>
            <pc:docMk/>
            <pc:sldMasterMk cId="0" sldId="2147483659"/>
            <pc:sldLayoutMk cId="4262684604" sldId="2147483666"/>
          </pc:sldLayoutMkLst>
          <pc:spChg chg="mod">
            <ac:chgData name="Oscar Anibal Miranda Mercado" userId="bb3991ac-615b-4f85-a886-eb9b7805c6f5" providerId="ADAL" clId="{305ACABA-E465-45F7-96AF-5D70601370FF}" dt="2026-02-18T15:29:43.157" v="431" actId="14100"/>
            <ac:spMkLst>
              <pc:docMk/>
              <pc:sldMasterMk cId="0" sldId="2147483659"/>
              <pc:sldLayoutMk cId="4262684604" sldId="2147483666"/>
              <ac:spMk id="2" creationId="{E0DE5C06-6870-49C7-FF9A-B5DAB446550B}"/>
            </ac:spMkLst>
          </pc:spChg>
          <pc:spChg chg="del">
            <ac:chgData name="Oscar Anibal Miranda Mercado" userId="bb3991ac-615b-4f85-a886-eb9b7805c6f5" providerId="ADAL" clId="{305ACABA-E465-45F7-96AF-5D70601370FF}" dt="2026-02-18T15:30:09.591" v="434" actId="478"/>
            <ac:spMkLst>
              <pc:docMk/>
              <pc:sldMasterMk cId="0" sldId="2147483659"/>
              <pc:sldLayoutMk cId="4262684604" sldId="2147483666"/>
              <ac:spMk id="3" creationId="{110A1547-1728-400B-F935-50FE24ADDC04}"/>
            </ac:spMkLst>
          </pc:spChg>
          <pc:picChg chg="add mod">
            <ac:chgData name="Oscar Anibal Miranda Mercado" userId="bb3991ac-615b-4f85-a886-eb9b7805c6f5" providerId="ADAL" clId="{305ACABA-E465-45F7-96AF-5D70601370FF}" dt="2026-02-18T15:30:06.209" v="433"/>
            <ac:picMkLst>
              <pc:docMk/>
              <pc:sldMasterMk cId="0" sldId="2147483659"/>
              <pc:sldLayoutMk cId="4262684604" sldId="2147483666"/>
              <ac:picMk id="4" creationId="{D2E39699-1E91-5A29-64B6-14BFB7FA7BFA}"/>
            </ac:picMkLst>
          </pc:picChg>
          <pc:picChg chg="add mod">
            <ac:chgData name="Oscar Anibal Miranda Mercado" userId="bb3991ac-615b-4f85-a886-eb9b7805c6f5" providerId="ADAL" clId="{305ACABA-E465-45F7-96AF-5D70601370FF}" dt="2026-02-18T15:30:10.314" v="435"/>
            <ac:picMkLst>
              <pc:docMk/>
              <pc:sldMasterMk cId="0" sldId="2147483659"/>
              <pc:sldLayoutMk cId="4262684604" sldId="2147483666"/>
              <ac:picMk id="5" creationId="{E5C8429A-844D-45DD-86F7-74537B76759E}"/>
            </ac:picMkLst>
          </pc:picChg>
        </pc:sldLayoutChg>
        <pc:sldLayoutChg chg="modSp add mod modTransition setBg">
          <pc:chgData name="Oscar Anibal Miranda Mercado" userId="bb3991ac-615b-4f85-a886-eb9b7805c6f5" providerId="ADAL" clId="{305ACABA-E465-45F7-96AF-5D70601370FF}" dt="2026-02-18T15:30:36.117" v="439" actId="1076"/>
          <pc:sldLayoutMkLst>
            <pc:docMk/>
            <pc:sldMasterMk cId="0" sldId="2147483659"/>
            <pc:sldLayoutMk cId="4017277029" sldId="2147483667"/>
          </pc:sldLayoutMkLst>
          <pc:spChg chg="mod">
            <ac:chgData name="Oscar Anibal Miranda Mercado" userId="bb3991ac-615b-4f85-a886-eb9b7805c6f5" providerId="ADAL" clId="{305ACABA-E465-45F7-96AF-5D70601370FF}" dt="2026-02-18T15:30:36.117" v="439" actId="1076"/>
            <ac:spMkLst>
              <pc:docMk/>
              <pc:sldMasterMk cId="0" sldId="2147483659"/>
              <pc:sldLayoutMk cId="4017277029" sldId="2147483667"/>
              <ac:spMk id="2" creationId="{E0DE5C06-6870-49C7-FF9A-B5DAB446550B}"/>
            </ac:spMkLst>
          </pc:spChg>
        </pc:sldLayoutChg>
        <pc:sldLayoutChg chg="addSp delSp modSp mod">
          <pc:chgData name="Oscar Anibal Miranda Mercado" userId="bb3991ac-615b-4f85-a886-eb9b7805c6f5" providerId="ADAL" clId="{305ACABA-E465-45F7-96AF-5D70601370FF}" dt="2026-02-18T15:33:05.484" v="486" actId="1076"/>
          <pc:sldLayoutMkLst>
            <pc:docMk/>
            <pc:sldMasterMk cId="0" sldId="2147483659"/>
            <pc:sldLayoutMk cId="2501273108" sldId="2147483668"/>
          </pc:sldLayoutMkLst>
          <pc:spChg chg="mod">
            <ac:chgData name="Oscar Anibal Miranda Mercado" userId="bb3991ac-615b-4f85-a886-eb9b7805c6f5" providerId="ADAL" clId="{305ACABA-E465-45F7-96AF-5D70601370FF}" dt="2026-02-18T15:31:38.767" v="451" actId="20577"/>
            <ac:spMkLst>
              <pc:docMk/>
              <pc:sldMasterMk cId="0" sldId="2147483659"/>
              <pc:sldLayoutMk cId="2501273108" sldId="2147483668"/>
              <ac:spMk id="2" creationId="{7F155797-797B-73D2-EC1C-EEEF76722461}"/>
            </ac:spMkLst>
          </pc:spChg>
          <pc:spChg chg="del">
            <ac:chgData name="Oscar Anibal Miranda Mercado" userId="bb3991ac-615b-4f85-a886-eb9b7805c6f5" providerId="ADAL" clId="{305ACABA-E465-45F7-96AF-5D70601370FF}" dt="2026-02-18T15:33:02.974" v="485" actId="478"/>
            <ac:spMkLst>
              <pc:docMk/>
              <pc:sldMasterMk cId="0" sldId="2147483659"/>
              <pc:sldLayoutMk cId="2501273108" sldId="2147483668"/>
              <ac:spMk id="3" creationId="{26B2ADDE-9C40-EACB-8E65-31FF2DCA0BF1}"/>
            </ac:spMkLst>
          </pc:spChg>
          <pc:spChg chg="add mod">
            <ac:chgData name="Oscar Anibal Miranda Mercado" userId="bb3991ac-615b-4f85-a886-eb9b7805c6f5" providerId="ADAL" clId="{305ACABA-E465-45F7-96AF-5D70601370FF}" dt="2026-02-18T15:31:08.354" v="442"/>
            <ac:spMkLst>
              <pc:docMk/>
              <pc:sldMasterMk cId="0" sldId="2147483659"/>
              <pc:sldLayoutMk cId="2501273108" sldId="2147483668"/>
              <ac:spMk id="4" creationId="{4E4552C8-D943-4CE8-0733-9444DA2B294D}"/>
            </ac:spMkLst>
          </pc:spChg>
          <pc:spChg chg="add mod">
            <ac:chgData name="Oscar Anibal Miranda Mercado" userId="bb3991ac-615b-4f85-a886-eb9b7805c6f5" providerId="ADAL" clId="{305ACABA-E465-45F7-96AF-5D70601370FF}" dt="2026-02-18T15:31:21.262" v="444" actId="207"/>
            <ac:spMkLst>
              <pc:docMk/>
              <pc:sldMasterMk cId="0" sldId="2147483659"/>
              <pc:sldLayoutMk cId="2501273108" sldId="2147483668"/>
              <ac:spMk id="5" creationId="{D4B98651-4F94-0040-766D-0DDA48FAEF3F}"/>
            </ac:spMkLst>
          </pc:spChg>
          <pc:spChg chg="add mod ord">
            <ac:chgData name="Oscar Anibal Miranda Mercado" userId="bb3991ac-615b-4f85-a886-eb9b7805c6f5" providerId="ADAL" clId="{305ACABA-E465-45F7-96AF-5D70601370FF}" dt="2026-02-18T15:32:58.749" v="481" actId="14100"/>
            <ac:spMkLst>
              <pc:docMk/>
              <pc:sldMasterMk cId="0" sldId="2147483659"/>
              <pc:sldLayoutMk cId="2501273108" sldId="2147483668"/>
              <ac:spMk id="6" creationId="{16179A2D-4A34-1435-84E9-233C3C6B7E25}"/>
            </ac:spMkLst>
          </pc:spChg>
          <pc:spChg chg="add mod">
            <ac:chgData name="Oscar Anibal Miranda Mercado" userId="bb3991ac-615b-4f85-a886-eb9b7805c6f5" providerId="ADAL" clId="{305ACABA-E465-45F7-96AF-5D70601370FF}" dt="2026-02-18T15:33:05.484" v="486" actId="1076"/>
            <ac:spMkLst>
              <pc:docMk/>
              <pc:sldMasterMk cId="0" sldId="2147483659"/>
              <pc:sldLayoutMk cId="2501273108" sldId="2147483668"/>
              <ac:spMk id="7" creationId="{065BC548-AA48-BBD4-5161-9AC53FDC4F20}"/>
            </ac:spMkLst>
          </pc:spChg>
        </pc:sldLayoutChg>
        <pc:sldLayoutChg chg="addSp delSp modSp mod setBg">
          <pc:chgData name="Oscar Anibal Miranda Mercado" userId="bb3991ac-615b-4f85-a886-eb9b7805c6f5" providerId="ADAL" clId="{305ACABA-E465-45F7-96AF-5D70601370FF}" dt="2026-02-18T15:39:37.418" v="645" actId="255"/>
          <pc:sldLayoutMkLst>
            <pc:docMk/>
            <pc:sldMasterMk cId="0" sldId="2147483659"/>
            <pc:sldLayoutMk cId="2741011045" sldId="2147483669"/>
          </pc:sldLayoutMkLst>
          <pc:spChg chg="mod">
            <ac:chgData name="Oscar Anibal Miranda Mercado" userId="bb3991ac-615b-4f85-a886-eb9b7805c6f5" providerId="ADAL" clId="{305ACABA-E465-45F7-96AF-5D70601370FF}" dt="2026-02-18T15:38:21.091" v="613" actId="255"/>
            <ac:spMkLst>
              <pc:docMk/>
              <pc:sldMasterMk cId="0" sldId="2147483659"/>
              <pc:sldLayoutMk cId="2741011045" sldId="2147483669"/>
              <ac:spMk id="2" creationId="{79A47E66-D091-5005-662C-27A2A70D40AE}"/>
            </ac:spMkLst>
          </pc:spChg>
          <pc:spChg chg="del">
            <ac:chgData name="Oscar Anibal Miranda Mercado" userId="bb3991ac-615b-4f85-a886-eb9b7805c6f5" providerId="ADAL" clId="{305ACABA-E465-45F7-96AF-5D70601370FF}" dt="2026-02-18T15:39:06.403" v="627" actId="478"/>
            <ac:spMkLst>
              <pc:docMk/>
              <pc:sldMasterMk cId="0" sldId="2147483659"/>
              <pc:sldLayoutMk cId="2741011045" sldId="2147483669"/>
              <ac:spMk id="3" creationId="{8A319C25-C630-17E9-9656-4ADCF3B426F4}"/>
            </ac:spMkLst>
          </pc:spChg>
          <pc:spChg chg="add del mod">
            <ac:chgData name="Oscar Anibal Miranda Mercado" userId="bb3991ac-615b-4f85-a886-eb9b7805c6f5" providerId="ADAL" clId="{305ACABA-E465-45F7-96AF-5D70601370FF}" dt="2026-02-18T15:39:08.473" v="628" actId="478"/>
            <ac:spMkLst>
              <pc:docMk/>
              <pc:sldMasterMk cId="0" sldId="2147483659"/>
              <pc:sldLayoutMk cId="2741011045" sldId="2147483669"/>
              <ac:spMk id="4" creationId="{F8C60040-99B4-84E3-785F-700AA968AF16}"/>
            </ac:spMkLst>
          </pc:spChg>
          <pc:spChg chg="add del">
            <ac:chgData name="Oscar Anibal Miranda Mercado" userId="bb3991ac-615b-4f85-a886-eb9b7805c6f5" providerId="ADAL" clId="{305ACABA-E465-45F7-96AF-5D70601370FF}" dt="2026-02-18T15:39:13.757" v="629" actId="11529"/>
            <ac:spMkLst>
              <pc:docMk/>
              <pc:sldMasterMk cId="0" sldId="2147483659"/>
              <pc:sldLayoutMk cId="2741011045" sldId="2147483669"/>
              <ac:spMk id="7" creationId="{ED67F3CB-E8E9-62E3-5FD9-A04D8A88FA24}"/>
            </ac:spMkLst>
          </pc:spChg>
          <pc:spChg chg="add mod">
            <ac:chgData name="Oscar Anibal Miranda Mercado" userId="bb3991ac-615b-4f85-a886-eb9b7805c6f5" providerId="ADAL" clId="{305ACABA-E465-45F7-96AF-5D70601370FF}" dt="2026-02-18T15:39:37.418" v="645" actId="255"/>
            <ac:spMkLst>
              <pc:docMk/>
              <pc:sldMasterMk cId="0" sldId="2147483659"/>
              <pc:sldLayoutMk cId="2741011045" sldId="2147483669"/>
              <ac:spMk id="8" creationId="{9872CEAF-6F1B-A068-E766-786BFAABB144}"/>
            </ac:spMkLst>
          </pc:spChg>
          <pc:picChg chg="add mod">
            <ac:chgData name="Oscar Anibal Miranda Mercado" userId="bb3991ac-615b-4f85-a886-eb9b7805c6f5" providerId="ADAL" clId="{305ACABA-E465-45F7-96AF-5D70601370FF}" dt="2026-02-18T15:39:02.701" v="625"/>
            <ac:picMkLst>
              <pc:docMk/>
              <pc:sldMasterMk cId="0" sldId="2147483659"/>
              <pc:sldLayoutMk cId="2741011045" sldId="2147483669"/>
              <ac:picMk id="5" creationId="{E7C8A326-39E9-B02F-9B3B-39B5CE953123}"/>
            </ac:picMkLst>
          </pc:picChg>
          <pc:picChg chg="add mod">
            <ac:chgData name="Oscar Anibal Miranda Mercado" userId="bb3991ac-615b-4f85-a886-eb9b7805c6f5" providerId="ADAL" clId="{305ACABA-E465-45F7-96AF-5D70601370FF}" dt="2026-02-18T15:39:04.812" v="626"/>
            <ac:picMkLst>
              <pc:docMk/>
              <pc:sldMasterMk cId="0" sldId="2147483659"/>
              <pc:sldLayoutMk cId="2741011045" sldId="2147483669"/>
              <ac:picMk id="6" creationId="{EB02420A-971B-EADC-251C-BD650FA7BBDC}"/>
            </ac:picMkLst>
          </pc:picChg>
        </pc:sldLayoutChg>
      </pc:sldMasterChg>
      <pc:sldMasterChg chg="new del mod addSldLayout">
        <pc:chgData name="Oscar Anibal Miranda Mercado" userId="bb3991ac-615b-4f85-a886-eb9b7805c6f5" providerId="ADAL" clId="{305ACABA-E465-45F7-96AF-5D70601370FF}" dt="2026-02-18T15:14:41.379" v="207" actId="2696"/>
        <pc:sldMasterMkLst>
          <pc:docMk/>
          <pc:sldMasterMk cId="1063898426" sldId="2147483662"/>
        </pc:sldMasterMkLst>
        <pc:sldLayoutChg chg="new replId">
          <pc:chgData name="Oscar Anibal Miranda Mercado" userId="bb3991ac-615b-4f85-a886-eb9b7805c6f5" providerId="ADAL" clId="{305ACABA-E465-45F7-96AF-5D70601370FF}" dt="2026-02-18T15:14:39.556" v="206" actId="6938"/>
          <pc:sldLayoutMkLst>
            <pc:docMk/>
            <pc:sldMasterMk cId="1063898426" sldId="2147483662"/>
            <pc:sldLayoutMk cId="2592907945" sldId="2147483663"/>
          </pc:sldLayoutMkLst>
        </pc:sldLayoutChg>
        <pc:sldLayoutChg chg="new replId">
          <pc:chgData name="Oscar Anibal Miranda Mercado" userId="bb3991ac-615b-4f85-a886-eb9b7805c6f5" providerId="ADAL" clId="{305ACABA-E465-45F7-96AF-5D70601370FF}" dt="2026-02-18T15:14:39.556" v="206" actId="6938"/>
          <pc:sldLayoutMkLst>
            <pc:docMk/>
            <pc:sldMasterMk cId="1063898426" sldId="2147483662"/>
            <pc:sldLayoutMk cId="3829488925" sldId="2147483664"/>
          </pc:sldLayoutMkLst>
        </pc:sldLayoutChg>
        <pc:sldLayoutChg chg="new replId">
          <pc:chgData name="Oscar Anibal Miranda Mercado" userId="bb3991ac-615b-4f85-a886-eb9b7805c6f5" providerId="ADAL" clId="{305ACABA-E465-45F7-96AF-5D70601370FF}" dt="2026-02-18T15:14:39.556" v="206" actId="6938"/>
          <pc:sldLayoutMkLst>
            <pc:docMk/>
            <pc:sldMasterMk cId="1063898426" sldId="2147483662"/>
            <pc:sldLayoutMk cId="1985311296" sldId="2147483665"/>
          </pc:sldLayoutMkLst>
        </pc:sldLayoutChg>
        <pc:sldLayoutChg chg="new replId">
          <pc:chgData name="Oscar Anibal Miranda Mercado" userId="bb3991ac-615b-4f85-a886-eb9b7805c6f5" providerId="ADAL" clId="{305ACABA-E465-45F7-96AF-5D70601370FF}" dt="2026-02-18T15:14:39.556" v="206" actId="6938"/>
          <pc:sldLayoutMkLst>
            <pc:docMk/>
            <pc:sldMasterMk cId="1063898426" sldId="2147483662"/>
            <pc:sldLayoutMk cId="4223025595" sldId="2147483666"/>
          </pc:sldLayoutMkLst>
        </pc:sldLayoutChg>
        <pc:sldLayoutChg chg="new replId">
          <pc:chgData name="Oscar Anibal Miranda Mercado" userId="bb3991ac-615b-4f85-a886-eb9b7805c6f5" providerId="ADAL" clId="{305ACABA-E465-45F7-96AF-5D70601370FF}" dt="2026-02-18T15:14:39.556" v="206" actId="6938"/>
          <pc:sldLayoutMkLst>
            <pc:docMk/>
            <pc:sldMasterMk cId="1063898426" sldId="2147483662"/>
            <pc:sldLayoutMk cId="2022457179" sldId="2147483667"/>
          </pc:sldLayoutMkLst>
        </pc:sldLayoutChg>
        <pc:sldLayoutChg chg="new replId">
          <pc:chgData name="Oscar Anibal Miranda Mercado" userId="bb3991ac-615b-4f85-a886-eb9b7805c6f5" providerId="ADAL" clId="{305ACABA-E465-45F7-96AF-5D70601370FF}" dt="2026-02-18T15:14:39.556" v="206" actId="6938"/>
          <pc:sldLayoutMkLst>
            <pc:docMk/>
            <pc:sldMasterMk cId="1063898426" sldId="2147483662"/>
            <pc:sldLayoutMk cId="1563055570" sldId="2147483668"/>
          </pc:sldLayoutMkLst>
        </pc:sldLayoutChg>
        <pc:sldLayoutChg chg="new replId">
          <pc:chgData name="Oscar Anibal Miranda Mercado" userId="bb3991ac-615b-4f85-a886-eb9b7805c6f5" providerId="ADAL" clId="{305ACABA-E465-45F7-96AF-5D70601370FF}" dt="2026-02-18T15:14:39.556" v="206" actId="6938"/>
          <pc:sldLayoutMkLst>
            <pc:docMk/>
            <pc:sldMasterMk cId="1063898426" sldId="2147483662"/>
            <pc:sldLayoutMk cId="2023128299" sldId="2147483669"/>
          </pc:sldLayoutMkLst>
        </pc:sldLayoutChg>
        <pc:sldLayoutChg chg="new replId">
          <pc:chgData name="Oscar Anibal Miranda Mercado" userId="bb3991ac-615b-4f85-a886-eb9b7805c6f5" providerId="ADAL" clId="{305ACABA-E465-45F7-96AF-5D70601370FF}" dt="2026-02-18T15:14:39.556" v="206" actId="6938"/>
          <pc:sldLayoutMkLst>
            <pc:docMk/>
            <pc:sldMasterMk cId="1063898426" sldId="2147483662"/>
            <pc:sldLayoutMk cId="2476601315" sldId="2147483670"/>
          </pc:sldLayoutMkLst>
        </pc:sldLayoutChg>
        <pc:sldLayoutChg chg="new replId">
          <pc:chgData name="Oscar Anibal Miranda Mercado" userId="bb3991ac-615b-4f85-a886-eb9b7805c6f5" providerId="ADAL" clId="{305ACABA-E465-45F7-96AF-5D70601370FF}" dt="2026-02-18T15:14:39.556" v="206" actId="6938"/>
          <pc:sldLayoutMkLst>
            <pc:docMk/>
            <pc:sldMasterMk cId="1063898426" sldId="2147483662"/>
            <pc:sldLayoutMk cId="2283232077" sldId="2147483671"/>
          </pc:sldLayoutMkLst>
        </pc:sldLayoutChg>
        <pc:sldLayoutChg chg="new replId">
          <pc:chgData name="Oscar Anibal Miranda Mercado" userId="bb3991ac-615b-4f85-a886-eb9b7805c6f5" providerId="ADAL" clId="{305ACABA-E465-45F7-96AF-5D70601370FF}" dt="2026-02-18T15:14:39.556" v="206" actId="6938"/>
          <pc:sldLayoutMkLst>
            <pc:docMk/>
            <pc:sldMasterMk cId="1063898426" sldId="2147483662"/>
            <pc:sldLayoutMk cId="62824041" sldId="2147483672"/>
          </pc:sldLayoutMkLst>
        </pc:sldLayoutChg>
        <pc:sldLayoutChg chg="new replId">
          <pc:chgData name="Oscar Anibal Miranda Mercado" userId="bb3991ac-615b-4f85-a886-eb9b7805c6f5" providerId="ADAL" clId="{305ACABA-E465-45F7-96AF-5D70601370FF}" dt="2026-02-18T15:14:39.556" v="206" actId="6938"/>
          <pc:sldLayoutMkLst>
            <pc:docMk/>
            <pc:sldMasterMk cId="1063898426" sldId="2147483662"/>
            <pc:sldLayoutMk cId="824026978" sldId="214748367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489D18-CE2A-AF5D-824C-4FF84B6143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09D01-7A14-E72E-42AA-77667BD590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50D29-F454-4141-9F0F-B1B1AE682DC6}" type="datetimeFigureOut">
              <a:rPr lang="es-CO" smtClean="0"/>
              <a:t>18/02/2026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5F0D1-049C-4D46-2543-EE4BC230F1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577D11-0A92-C124-81C0-39962047E1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F2E1A7-77F6-48FA-8D1B-B0E30D3C94C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28751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7E66-D091-5005-662C-27A2A70D40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3075" y="1999050"/>
            <a:ext cx="4088925" cy="572700"/>
          </a:xfrm>
        </p:spPr>
        <p:txBody>
          <a:bodyPr>
            <a:noAutofit/>
          </a:bodyPr>
          <a:lstStyle>
            <a:lvl1pPr>
              <a:defRPr sz="3300"/>
            </a:lvl1pPr>
          </a:lstStyle>
          <a:p>
            <a:r>
              <a:rPr lang="en-US" dirty="0"/>
              <a:t>CLICK TO EDIT</a:t>
            </a:r>
            <a:endParaRPr lang="es-CO" dirty="0"/>
          </a:p>
        </p:txBody>
      </p:sp>
      <p:pic>
        <p:nvPicPr>
          <p:cNvPr id="5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E7C8A326-39E9-B02F-9B3B-39B5CE9531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8658" y="-3713"/>
            <a:ext cx="1323416" cy="1323416"/>
          </a:xfrm>
          <a:prstGeom prst="rect">
            <a:avLst/>
          </a:prstGeom>
        </p:spPr>
      </p:pic>
      <p:pic>
        <p:nvPicPr>
          <p:cNvPr id="6" name="Google Shape;55;p13">
            <a:extLst>
              <a:ext uri="{FF2B5EF4-FFF2-40B4-BE49-F238E27FC236}">
                <a16:creationId xmlns:a16="http://schemas.microsoft.com/office/drawing/2014/main" id="{EB02420A-971B-EADC-251C-BD650FA7BBDC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375" y="4393400"/>
            <a:ext cx="2738625" cy="4883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72CEAF-6F1B-A068-E766-786BFAABB1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3075" y="2571750"/>
            <a:ext cx="2549525" cy="679450"/>
          </a:xfrm>
        </p:spPr>
        <p:txBody>
          <a:bodyPr/>
          <a:lstStyle>
            <a:lvl1pPr marL="0">
              <a:buNone/>
              <a:defRPr sz="1900">
                <a:latin typeface="+mj-lt"/>
              </a:defRPr>
            </a:lvl1pPr>
          </a:lstStyle>
          <a:p>
            <a:pPr lvl="0"/>
            <a:r>
              <a:rPr lang="en-US" dirty="0"/>
              <a:t>CLICK TO EDIT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41011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userDrawn="1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 hasCustomPrompt="1"/>
          </p:nvPr>
        </p:nvSpPr>
        <p:spPr>
          <a:xfrm>
            <a:off x="321300" y="148950"/>
            <a:ext cx="722055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CO" sz="2800" dirty="0">
                <a:solidFill>
                  <a:srgbClr val="FFC402"/>
                </a:solidFill>
                <a:latin typeface="Poppins Black"/>
                <a:ea typeface="Poppins Black"/>
                <a:cs typeface="Poppins Black"/>
                <a:sym typeface="Poppins Black"/>
              </a:rPr>
              <a:t>CLICK TO EDIT</a:t>
            </a:r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2" name="Google Shape;107;p17">
            <a:extLst>
              <a:ext uri="{FF2B5EF4-FFF2-40B4-BE49-F238E27FC236}">
                <a16:creationId xmlns:a16="http://schemas.microsoft.com/office/drawing/2014/main" id="{D2EF06BD-80E7-2804-97E9-1CB1970598C6}"/>
              </a:ext>
            </a:extLst>
          </p:cNvPr>
          <p:cNvCxnSpPr/>
          <p:nvPr userDrawn="1"/>
        </p:nvCxnSpPr>
        <p:spPr>
          <a:xfrm>
            <a:off x="302200" y="417275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" name="Google Shape;108;p17">
            <a:extLst>
              <a:ext uri="{FF2B5EF4-FFF2-40B4-BE49-F238E27FC236}">
                <a16:creationId xmlns:a16="http://schemas.microsoft.com/office/drawing/2014/main" id="{A35B3284-C910-8ED0-C3A5-2D6B42463259}"/>
              </a:ext>
            </a:extLst>
          </p:cNvPr>
          <p:cNvCxnSpPr/>
          <p:nvPr userDrawn="1"/>
        </p:nvCxnSpPr>
        <p:spPr>
          <a:xfrm flipH="1">
            <a:off x="302100" y="285750"/>
            <a:ext cx="2700" cy="299100"/>
          </a:xfrm>
          <a:prstGeom prst="straightConnector1">
            <a:avLst/>
          </a:prstGeom>
          <a:noFill/>
          <a:ln w="28575" cap="flat" cmpd="sng">
            <a:solidFill>
              <a:srgbClr val="FFC40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111;p17">
            <a:extLst>
              <a:ext uri="{FF2B5EF4-FFF2-40B4-BE49-F238E27FC236}">
                <a16:creationId xmlns:a16="http://schemas.microsoft.com/office/drawing/2014/main" id="{EC7A7B3C-135D-031C-74E6-59625B7E7C5D}"/>
              </a:ext>
            </a:extLst>
          </p:cNvPr>
          <p:cNvCxnSpPr/>
          <p:nvPr userDrawn="1"/>
        </p:nvCxnSpPr>
        <p:spPr>
          <a:xfrm>
            <a:off x="4572000" y="1414525"/>
            <a:ext cx="0" cy="2862000"/>
          </a:xfrm>
          <a:prstGeom prst="straightConnector1">
            <a:avLst/>
          </a:prstGeom>
          <a:noFill/>
          <a:ln w="28575" cap="flat" cmpd="sng">
            <a:solidFill>
              <a:srgbClr val="FFC40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B53443-1F9D-2D67-1882-3F12CA923D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463" y="1152525"/>
            <a:ext cx="3635375" cy="3124200"/>
          </a:xfrm>
        </p:spPr>
        <p:txBody>
          <a:bodyPr/>
          <a:lstStyle>
            <a:lvl1pPr marL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A50E046-C3F7-809D-FD3D-CABD29191F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4123" y="1152525"/>
            <a:ext cx="3635375" cy="3124200"/>
          </a:xfrm>
        </p:spPr>
        <p:txBody>
          <a:bodyPr/>
          <a:lstStyle>
            <a:lvl1pPr marL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B1BA6-3B6F-013F-363B-21604E7E0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58" y="2185724"/>
            <a:ext cx="4053642" cy="572700"/>
          </a:xfr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</a:t>
            </a:r>
            <a:endParaRPr lang="es-CO" dirty="0"/>
          </a:p>
        </p:txBody>
      </p:sp>
      <p:pic>
        <p:nvPicPr>
          <p:cNvPr id="4" name="Imagen 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130AD4C1-77B4-1950-B39A-609AA3E018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8358" y="-62078"/>
            <a:ext cx="1323416" cy="1323416"/>
          </a:xfrm>
          <a:prstGeom prst="rect">
            <a:avLst/>
          </a:prstGeom>
        </p:spPr>
      </p:pic>
      <p:pic>
        <p:nvPicPr>
          <p:cNvPr id="5" name="Google Shape;99;p16">
            <a:extLst>
              <a:ext uri="{FF2B5EF4-FFF2-40B4-BE49-F238E27FC236}">
                <a16:creationId xmlns:a16="http://schemas.microsoft.com/office/drawing/2014/main" id="{D486A22D-84FC-955E-20FB-DE014D3B60C1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562" y="4255511"/>
            <a:ext cx="1660687" cy="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8EECAF7-7FBF-8239-2214-129C674775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23025" y="631824"/>
            <a:ext cx="2507615" cy="3444876"/>
          </a:xfrm>
        </p:spPr>
        <p:txBody>
          <a:bodyPr>
            <a:normAutofit/>
          </a:bodyPr>
          <a:lstStyle>
            <a:lvl1pPr algn="r">
              <a:buNone/>
              <a:defRPr lang="es-CO" sz="13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Click to edit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2638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userDrawn="1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 hasCustomPrompt="1"/>
          </p:nvPr>
        </p:nvSpPr>
        <p:spPr>
          <a:xfrm>
            <a:off x="400650" y="17308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CO" sz="2800" dirty="0">
                <a:solidFill>
                  <a:srgbClr val="FFC402"/>
                </a:solidFill>
                <a:latin typeface="Poppins Black"/>
                <a:ea typeface="Poppins Black"/>
                <a:cs typeface="Poppins Black"/>
                <a:sym typeface="Poppins Black"/>
              </a:rPr>
              <a:t>CLICK TO EDIT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A6442D-998D-AE65-2EFF-CA4A0C076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850364"/>
            <a:ext cx="9144000" cy="2293136"/>
          </a:xfrm>
          <a:prstGeom prst="rect">
            <a:avLst/>
          </a:prstGeom>
        </p:spPr>
      </p:pic>
      <p:pic>
        <p:nvPicPr>
          <p:cNvPr id="4" name="Imagen 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F6530A89-E17E-8EF5-775E-A7A6A9523C1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6529" y="4067405"/>
            <a:ext cx="958860" cy="958860"/>
          </a:xfrm>
          <a:prstGeom prst="rect">
            <a:avLst/>
          </a:prstGeom>
        </p:spPr>
      </p:pic>
      <p:pic>
        <p:nvPicPr>
          <p:cNvPr id="5" name="Imagen 1" descr="Logotipo&#10;&#10;El contenido generado por IA puede ser incorrecto.">
            <a:extLst>
              <a:ext uri="{FF2B5EF4-FFF2-40B4-BE49-F238E27FC236}">
                <a16:creationId xmlns:a16="http://schemas.microsoft.com/office/drawing/2014/main" id="{5EFE262D-5EAC-765E-4BB1-1AB278AAE1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44558" y="27720"/>
            <a:ext cx="1411374" cy="718067"/>
          </a:xfrm>
          <a:prstGeom prst="rect">
            <a:avLst/>
          </a:prstGeom>
        </p:spPr>
      </p:pic>
      <p:cxnSp>
        <p:nvCxnSpPr>
          <p:cNvPr id="6" name="Google Shape;164;p22">
            <a:extLst>
              <a:ext uri="{FF2B5EF4-FFF2-40B4-BE49-F238E27FC236}">
                <a16:creationId xmlns:a16="http://schemas.microsoft.com/office/drawing/2014/main" id="{C771D9D4-EDBE-3AD1-9E64-CDCC56EB248F}"/>
              </a:ext>
            </a:extLst>
          </p:cNvPr>
          <p:cNvCxnSpPr/>
          <p:nvPr userDrawn="1"/>
        </p:nvCxnSpPr>
        <p:spPr>
          <a:xfrm>
            <a:off x="400750" y="436975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165;p22">
            <a:extLst>
              <a:ext uri="{FF2B5EF4-FFF2-40B4-BE49-F238E27FC236}">
                <a16:creationId xmlns:a16="http://schemas.microsoft.com/office/drawing/2014/main" id="{7F5D832C-72C5-AC45-B017-7C45E5F9CF3F}"/>
              </a:ext>
            </a:extLst>
          </p:cNvPr>
          <p:cNvCxnSpPr/>
          <p:nvPr userDrawn="1"/>
        </p:nvCxnSpPr>
        <p:spPr>
          <a:xfrm flipH="1">
            <a:off x="400650" y="305450"/>
            <a:ext cx="2700" cy="299100"/>
          </a:xfrm>
          <a:prstGeom prst="straightConnector1">
            <a:avLst/>
          </a:prstGeom>
          <a:noFill/>
          <a:ln w="28575" cap="flat" cmpd="sng">
            <a:solidFill>
              <a:srgbClr val="FFC40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8654506-72F3-1D4B-8ACF-39FAEA101B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050" y="942975"/>
            <a:ext cx="8521700" cy="1628775"/>
          </a:xfrm>
        </p:spPr>
        <p:txBody>
          <a:bodyPr/>
          <a:lstStyle>
            <a:lvl1pPr marL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s-CO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04683B-C8C5-33F6-64A5-DBA2267D8C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411274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73615F-59E3-9A14-BDEA-8903B3A77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32825" y="461400"/>
            <a:ext cx="3303603" cy="572700"/>
          </a:xfrm>
        </p:spPr>
        <p:txBody>
          <a:bodyPr/>
          <a:lstStyle/>
          <a:p>
            <a:r>
              <a:rPr lang="en-US" dirty="0"/>
              <a:t>CLICK TO EDIT</a:t>
            </a:r>
            <a:endParaRPr lang="es-CO" dirty="0"/>
          </a:p>
        </p:txBody>
      </p:sp>
      <p:cxnSp>
        <p:nvCxnSpPr>
          <p:cNvPr id="5" name="Google Shape;140;p20">
            <a:extLst>
              <a:ext uri="{FF2B5EF4-FFF2-40B4-BE49-F238E27FC236}">
                <a16:creationId xmlns:a16="http://schemas.microsoft.com/office/drawing/2014/main" id="{2EE74C03-D4EC-3761-8F65-33EC04ADE253}"/>
              </a:ext>
            </a:extLst>
          </p:cNvPr>
          <p:cNvCxnSpPr/>
          <p:nvPr userDrawn="1"/>
        </p:nvCxnSpPr>
        <p:spPr>
          <a:xfrm flipH="1">
            <a:off x="5632825" y="598200"/>
            <a:ext cx="2700" cy="299100"/>
          </a:xfrm>
          <a:prstGeom prst="straightConnector1">
            <a:avLst/>
          </a:prstGeom>
          <a:noFill/>
          <a:ln w="28575" cap="flat" cmpd="sng">
            <a:solidFill>
              <a:srgbClr val="FFC40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Imagen 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07CD7E51-36B6-FC1E-1ABE-ED1C200E9D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7800" y="3741906"/>
            <a:ext cx="1278376" cy="1278376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42E145-D3F9-46D5-B984-C0BF0A0C79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2450" y="1143000"/>
            <a:ext cx="3303588" cy="3597275"/>
          </a:xfrm>
        </p:spPr>
        <p:txBody>
          <a:bodyPr/>
          <a:lstStyle>
            <a:lvl1pPr marL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8209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5C06-6870-49C7-FF9A-B5DAB44655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0745" y="2418750"/>
            <a:ext cx="3252630" cy="1219800"/>
          </a:xfrm>
        </p:spPr>
        <p:txBody>
          <a:bodyPr>
            <a:noAutofit/>
          </a:bodyPr>
          <a:lstStyle>
            <a:lvl1pPr>
              <a:defRPr sz="3300"/>
            </a:lvl1pPr>
          </a:lstStyle>
          <a:p>
            <a:r>
              <a:rPr lang="en-US" dirty="0"/>
              <a:t>CLICK TO EDIT</a:t>
            </a:r>
            <a:endParaRPr lang="es-CO" dirty="0"/>
          </a:p>
        </p:txBody>
      </p:sp>
      <p:pic>
        <p:nvPicPr>
          <p:cNvPr id="4" name="Imagen 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D2E39699-1E91-5A29-64B6-14BFB7FA7B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4147" y="3893837"/>
            <a:ext cx="1323416" cy="1323416"/>
          </a:xfrm>
          <a:prstGeom prst="rect">
            <a:avLst/>
          </a:prstGeom>
        </p:spPr>
      </p:pic>
      <p:pic>
        <p:nvPicPr>
          <p:cNvPr id="5" name="Google Shape;118;p18">
            <a:extLst>
              <a:ext uri="{FF2B5EF4-FFF2-40B4-BE49-F238E27FC236}">
                <a16:creationId xmlns:a16="http://schemas.microsoft.com/office/drawing/2014/main" id="{E5C8429A-844D-45DD-86F7-74537B76759E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5512" y="225436"/>
            <a:ext cx="1660687" cy="533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268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5C06-6870-49C7-FF9A-B5DAB44655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095" y="2447325"/>
            <a:ext cx="3252630" cy="1219800"/>
          </a:xfrm>
        </p:spPr>
        <p:txBody>
          <a:bodyPr>
            <a:noAutofit/>
          </a:bodyPr>
          <a:lstStyle>
            <a:lvl1pPr>
              <a:defRPr sz="3300"/>
            </a:lvl1pPr>
          </a:lstStyle>
          <a:p>
            <a:r>
              <a:rPr lang="en-US" dirty="0"/>
              <a:t>CLICK TO EDIT</a:t>
            </a:r>
            <a:endParaRPr lang="es-CO" dirty="0"/>
          </a:p>
        </p:txBody>
      </p:sp>
      <p:pic>
        <p:nvPicPr>
          <p:cNvPr id="4" name="Imagen 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D2E39699-1E91-5A29-64B6-14BFB7FA7B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4147" y="3893837"/>
            <a:ext cx="1323416" cy="1323416"/>
          </a:xfrm>
          <a:prstGeom prst="rect">
            <a:avLst/>
          </a:prstGeom>
        </p:spPr>
      </p:pic>
      <p:pic>
        <p:nvPicPr>
          <p:cNvPr id="5" name="Google Shape;118;p18">
            <a:extLst>
              <a:ext uri="{FF2B5EF4-FFF2-40B4-BE49-F238E27FC236}">
                <a16:creationId xmlns:a16="http://schemas.microsoft.com/office/drawing/2014/main" id="{E5C8429A-844D-45DD-86F7-74537B76759E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5512" y="225436"/>
            <a:ext cx="1660687" cy="533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7277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 preserve="1" userDrawn="1">
  <p:cSld name="1_Main poi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8;p18">
            <a:extLst>
              <a:ext uri="{FF2B5EF4-FFF2-40B4-BE49-F238E27FC236}">
                <a16:creationId xmlns:a16="http://schemas.microsoft.com/office/drawing/2014/main" id="{49C03C57-90AF-B00A-B5E0-4EE92D1DB168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5512" y="225436"/>
            <a:ext cx="1660687" cy="53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1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C86A55A6-1924-95CD-DE6C-649BD7CE9D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23805" y="0"/>
            <a:ext cx="1323416" cy="1323416"/>
          </a:xfrm>
          <a:prstGeom prst="rect">
            <a:avLst/>
          </a:prstGeom>
        </p:spPr>
      </p:pic>
      <p:pic>
        <p:nvPicPr>
          <p:cNvPr id="6" name="Google Shape;262;p27">
            <a:extLst>
              <a:ext uri="{FF2B5EF4-FFF2-40B4-BE49-F238E27FC236}">
                <a16:creationId xmlns:a16="http://schemas.microsoft.com/office/drawing/2014/main" id="{CB3E9392-6CEE-DB84-27EA-2BEF5F499A68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375" y="4393400"/>
            <a:ext cx="2738625" cy="4883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63;p27">
            <a:extLst>
              <a:ext uri="{FF2B5EF4-FFF2-40B4-BE49-F238E27FC236}">
                <a16:creationId xmlns:a16="http://schemas.microsoft.com/office/drawing/2014/main" id="{89B13E49-319B-2E87-1712-5F35C3EBF0EA}"/>
              </a:ext>
            </a:extLst>
          </p:cNvPr>
          <p:cNvSpPr txBox="1"/>
          <p:nvPr userDrawn="1"/>
        </p:nvSpPr>
        <p:spPr>
          <a:xfrm>
            <a:off x="5288025" y="4029175"/>
            <a:ext cx="3649200" cy="7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700" dirty="0">
                <a:solidFill>
                  <a:srgbClr val="FFC402"/>
                </a:solidFill>
                <a:latin typeface="Poppins Black"/>
                <a:ea typeface="Poppins Black"/>
                <a:cs typeface="Poppins Black"/>
                <a:sym typeface="Poppins Black"/>
              </a:rPr>
              <a:t>GRACIAS</a:t>
            </a:r>
            <a:endParaRPr sz="5700" dirty="0">
              <a:solidFill>
                <a:srgbClr val="FFC402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</p:spTree>
    <p:extLst>
      <p:ext uri="{BB962C8B-B14F-4D97-AF65-F5344CB8AC3E}">
        <p14:creationId xmlns:p14="http://schemas.microsoft.com/office/powerpoint/2010/main" val="1858057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5797-797B-73D2-EC1C-EEEF76722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</a:t>
            </a:r>
            <a:endParaRPr lang="es-CO" dirty="0"/>
          </a:p>
        </p:txBody>
      </p:sp>
      <p:sp>
        <p:nvSpPr>
          <p:cNvPr id="4" name="Google Shape;130;p19">
            <a:extLst>
              <a:ext uri="{FF2B5EF4-FFF2-40B4-BE49-F238E27FC236}">
                <a16:creationId xmlns:a16="http://schemas.microsoft.com/office/drawing/2014/main" id="{4E4552C8-D943-4CE8-0733-9444DA2B294D}"/>
              </a:ext>
            </a:extLst>
          </p:cNvPr>
          <p:cNvSpPr/>
          <p:nvPr userDrawn="1"/>
        </p:nvSpPr>
        <p:spPr>
          <a:xfrm>
            <a:off x="4645900" y="1044475"/>
            <a:ext cx="4000500" cy="3024900"/>
          </a:xfrm>
          <a:prstGeom prst="roundRect">
            <a:avLst>
              <a:gd name="adj" fmla="val 3835"/>
            </a:avLst>
          </a:prstGeom>
          <a:solidFill>
            <a:srgbClr val="FFC40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5" name="Google Shape;130;p19">
            <a:extLst>
              <a:ext uri="{FF2B5EF4-FFF2-40B4-BE49-F238E27FC236}">
                <a16:creationId xmlns:a16="http://schemas.microsoft.com/office/drawing/2014/main" id="{D4B98651-4F94-0040-766D-0DDA48FAEF3F}"/>
              </a:ext>
            </a:extLst>
          </p:cNvPr>
          <p:cNvSpPr/>
          <p:nvPr userDrawn="1"/>
        </p:nvSpPr>
        <p:spPr>
          <a:xfrm>
            <a:off x="413336" y="1059300"/>
            <a:ext cx="4000500" cy="3024900"/>
          </a:xfrm>
          <a:prstGeom prst="roundRect">
            <a:avLst>
              <a:gd name="adj" fmla="val 3835"/>
            </a:avLst>
          </a:prstGeom>
          <a:solidFill>
            <a:srgbClr val="FFC40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65BC548-AA48-BBD4-5161-9AC53FDC4F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28462" y="1154550"/>
            <a:ext cx="3635375" cy="2874525"/>
          </a:xfrm>
        </p:spPr>
        <p:txBody>
          <a:bodyPr/>
          <a:lstStyle>
            <a:lvl1pPr marL="0">
              <a:buNone/>
              <a:defRPr lang="en-US" sz="1800" b="0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Tx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6179A2D-4A34-1435-84E9-233C3C6B7E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463" y="1152525"/>
            <a:ext cx="3635375" cy="2781300"/>
          </a:xfrm>
        </p:spPr>
        <p:txBody>
          <a:bodyPr/>
          <a:lstStyle>
            <a:lvl1pPr marL="0">
              <a:buNone/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501273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userDrawn="1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>
            <a:extLst>
              <a:ext uri="{FF2B5EF4-FFF2-40B4-BE49-F238E27FC236}">
                <a16:creationId xmlns:a16="http://schemas.microsoft.com/office/drawing/2014/main" id="{5C96C0CA-7B4C-9F8E-33FD-A215D41D432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02100" y="148950"/>
            <a:ext cx="724245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s-CO" sz="2800" dirty="0">
                <a:solidFill>
                  <a:srgbClr val="FFC402"/>
                </a:solidFill>
                <a:latin typeface="Poppins Black"/>
                <a:ea typeface="Poppins Black"/>
                <a:cs typeface="Poppins Black"/>
                <a:sym typeface="Poppins Black"/>
              </a:rPr>
              <a:t>CLICK TO EDIT</a:t>
            </a:r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>
            <a:extLst>
              <a:ext uri="{FF2B5EF4-FFF2-40B4-BE49-F238E27FC236}">
                <a16:creationId xmlns:a16="http://schemas.microsoft.com/office/drawing/2014/main" id="{5C96C0CA-7B4C-9F8E-33FD-A215D41D432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02100" y="148950"/>
            <a:ext cx="724245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s-CO" sz="2800" dirty="0">
                <a:solidFill>
                  <a:srgbClr val="FFC402"/>
                </a:solidFill>
                <a:latin typeface="Poppins Black"/>
                <a:ea typeface="Poppins Black"/>
                <a:cs typeface="Poppins Black"/>
                <a:sym typeface="Poppins Black"/>
              </a:rPr>
              <a:t>CLICK TO EDIT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71C1B-6D21-9350-D7FF-B14C6894D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100" y="822325"/>
            <a:ext cx="8270400" cy="908050"/>
          </a:xfrm>
        </p:spPr>
        <p:txBody>
          <a:bodyPr/>
          <a:lstStyle>
            <a:lvl1pPr marL="0" algn="l">
              <a:buNone/>
              <a:defRPr sz="1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77789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1_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>
            <a:extLst>
              <a:ext uri="{FF2B5EF4-FFF2-40B4-BE49-F238E27FC236}">
                <a16:creationId xmlns:a16="http://schemas.microsoft.com/office/drawing/2014/main" id="{5C96C0CA-7B4C-9F8E-33FD-A215D41D432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02100" y="148950"/>
            <a:ext cx="724245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s-CO" sz="2800" dirty="0">
                <a:solidFill>
                  <a:srgbClr val="FFC402"/>
                </a:solidFill>
                <a:latin typeface="Poppins Black"/>
                <a:ea typeface="Poppins Black"/>
                <a:cs typeface="Poppins Black"/>
                <a:sym typeface="Poppins Black"/>
              </a:rPr>
              <a:t>CLICK TO EDIT</a:t>
            </a: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71C1B-6D21-9350-D7FF-B14C6894D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100" y="1271904"/>
            <a:ext cx="8270400" cy="2614295"/>
          </a:xfrm>
        </p:spPr>
        <p:txBody>
          <a:bodyPr/>
          <a:lstStyle>
            <a:lvl1pPr marL="0" algn="l">
              <a:buNone/>
              <a:defRPr sz="1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80718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2100" y="148950"/>
            <a:ext cx="724245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s-CO" sz="2800" dirty="0">
                <a:solidFill>
                  <a:srgbClr val="FFC402"/>
                </a:solidFill>
                <a:latin typeface="Poppins Black"/>
                <a:ea typeface="Poppins Black"/>
                <a:cs typeface="Poppins Black"/>
                <a:sym typeface="Poppins Black"/>
              </a:rPr>
              <a:t>CLICK TO EDIT</a:t>
            </a:r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2" name="Google Shape;64;p14">
            <a:extLst>
              <a:ext uri="{FF2B5EF4-FFF2-40B4-BE49-F238E27FC236}">
                <a16:creationId xmlns:a16="http://schemas.microsoft.com/office/drawing/2014/main" id="{0E4EB6C1-9779-7E8A-0B69-19298A07FA64}"/>
              </a:ext>
            </a:extLst>
          </p:cNvPr>
          <p:cNvCxnSpPr/>
          <p:nvPr userDrawn="1"/>
        </p:nvCxnSpPr>
        <p:spPr>
          <a:xfrm>
            <a:off x="302200" y="417275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" name="Google Shape;65;p14">
            <a:extLst>
              <a:ext uri="{FF2B5EF4-FFF2-40B4-BE49-F238E27FC236}">
                <a16:creationId xmlns:a16="http://schemas.microsoft.com/office/drawing/2014/main" id="{5D9F1463-26E9-878D-8395-E2D5CC7E2AD3}"/>
              </a:ext>
            </a:extLst>
          </p:cNvPr>
          <p:cNvCxnSpPr/>
          <p:nvPr userDrawn="1"/>
        </p:nvCxnSpPr>
        <p:spPr>
          <a:xfrm flipH="1">
            <a:off x="302100" y="285750"/>
            <a:ext cx="2700" cy="299100"/>
          </a:xfrm>
          <a:prstGeom prst="straightConnector1">
            <a:avLst/>
          </a:prstGeom>
          <a:noFill/>
          <a:ln w="28575" cap="flat" cmpd="sng">
            <a:solidFill>
              <a:srgbClr val="FFC40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2A30439D-1090-F18B-781D-25DB7A00BE78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544558" y="27720"/>
            <a:ext cx="1411374" cy="718067"/>
          </a:xfrm>
          <a:prstGeom prst="rect">
            <a:avLst/>
          </a:prstGeom>
        </p:spPr>
      </p:pic>
      <p:pic>
        <p:nvPicPr>
          <p:cNvPr id="9" name="Imagen 2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D0D555FD-45BC-C291-D938-CAA2DB059225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226529" y="4067405"/>
            <a:ext cx="958860" cy="95886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51" r:id="rId2"/>
    <p:sldLayoutId id="2147483662" r:id="rId3"/>
    <p:sldLayoutId id="2147483652" r:id="rId4"/>
    <p:sldLayoutId id="2147483665" r:id="rId5"/>
    <p:sldLayoutId id="2147483666" r:id="rId6"/>
    <p:sldLayoutId id="2147483667" r:id="rId7"/>
    <p:sldLayoutId id="2147483661" r:id="rId8"/>
    <p:sldLayoutId id="2147483668" r:id="rId9"/>
    <p:sldLayoutId id="2147483658" r:id="rId10"/>
    <p:sldLayoutId id="2147483663" r:id="rId11"/>
    <p:sldLayoutId id="214748366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oppins Black" panose="00000A00000000000000" pitchFamily="2" charset="0"/>
          <a:ea typeface="Poppins Black" panose="00000A00000000000000" pitchFamily="2" charset="0"/>
          <a:cs typeface="Poppins Black" panose="00000A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143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Tx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15.png"/><Relationship Id="rId3" Type="http://schemas.openxmlformats.org/officeDocument/2006/relationships/image" Target="../media/image17.png"/><Relationship Id="rId21" Type="http://schemas.openxmlformats.org/officeDocument/2006/relationships/image" Target="../media/image32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14.png"/><Relationship Id="rId2" Type="http://schemas.openxmlformats.org/officeDocument/2006/relationships/image" Target="../media/image16.png"/><Relationship Id="rId16" Type="http://schemas.openxmlformats.org/officeDocument/2006/relationships/image" Target="../media/image29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8.png"/><Relationship Id="rId10" Type="http://schemas.openxmlformats.org/officeDocument/2006/relationships/image" Target="../media/image24.png"/><Relationship Id="rId19" Type="http://schemas.openxmlformats.org/officeDocument/2006/relationships/image" Target="../media/image30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13.png"/><Relationship Id="rId22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5.png"/><Relationship Id="rId21" Type="http://schemas.openxmlformats.org/officeDocument/2006/relationships/image" Target="../media/image53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image" Target="../media/image34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8016F-0217-2E5E-4A77-23CC2BA01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75" y="1999050"/>
            <a:ext cx="4088925" cy="572700"/>
          </a:xfrm>
        </p:spPr>
        <p:txBody>
          <a:bodyPr/>
          <a:lstStyle/>
          <a:p>
            <a:r>
              <a:rPr lang="es-CO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4D49C-D599-9E1F-F8A5-D1163FBED3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 dirty="0"/>
              <a:t>SUBTITULO</a:t>
            </a:r>
          </a:p>
        </p:txBody>
      </p:sp>
    </p:spTree>
    <p:extLst>
      <p:ext uri="{BB962C8B-B14F-4D97-AF65-F5344CB8AC3E}">
        <p14:creationId xmlns:p14="http://schemas.microsoft.com/office/powerpoint/2010/main" val="3813339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FDD2087-D88B-E910-6B44-F1DD4027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/>
              <a:t>TEXTO</a:t>
            </a:r>
            <a:endParaRPr lang="es-CO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968C8C0-4245-35B7-544B-09B0A79958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s-CO" dirty="0" err="1"/>
              <a:t>Lorem</a:t>
            </a:r>
            <a:r>
              <a:rPr lang="es-CO" dirty="0"/>
              <a:t> </a:t>
            </a:r>
            <a:r>
              <a:rPr lang="es-CO" dirty="0" err="1"/>
              <a:t>ipsum</a:t>
            </a:r>
            <a:r>
              <a:rPr lang="es-CO" dirty="0"/>
              <a:t> dolor </a:t>
            </a:r>
            <a:r>
              <a:rPr lang="es-CO" dirty="0" err="1"/>
              <a:t>sit</a:t>
            </a:r>
            <a:r>
              <a:rPr lang="es-CO" dirty="0"/>
              <a:t> </a:t>
            </a:r>
            <a:r>
              <a:rPr lang="es-CO" dirty="0" err="1"/>
              <a:t>amet</a:t>
            </a:r>
            <a:r>
              <a:rPr lang="es-CO" dirty="0"/>
              <a:t>, </a:t>
            </a:r>
            <a:r>
              <a:rPr lang="es-CO" dirty="0" err="1"/>
              <a:t>consectetuer</a:t>
            </a:r>
            <a:r>
              <a:rPr lang="es-CO" dirty="0"/>
              <a:t> </a:t>
            </a:r>
            <a:r>
              <a:rPr lang="es-CO" dirty="0" err="1"/>
              <a:t>adipiscing</a:t>
            </a:r>
            <a:r>
              <a:rPr lang="es-CO" dirty="0"/>
              <a:t> </a:t>
            </a:r>
            <a:r>
              <a:rPr lang="es-CO" dirty="0" err="1"/>
              <a:t>elit</a:t>
            </a:r>
            <a:r>
              <a:rPr lang="es-CO" dirty="0"/>
              <a:t>, sed </a:t>
            </a:r>
            <a:r>
              <a:rPr lang="es-CO" dirty="0" err="1"/>
              <a:t>diam</a:t>
            </a:r>
            <a:r>
              <a:rPr lang="es-CO" dirty="0"/>
              <a:t> </a:t>
            </a:r>
            <a:r>
              <a:rPr lang="es-CO" dirty="0" err="1"/>
              <a:t>nonummy</a:t>
            </a:r>
            <a:r>
              <a:rPr lang="es-CO" dirty="0"/>
              <a:t> </a:t>
            </a:r>
            <a:r>
              <a:rPr lang="es-CO" dirty="0" err="1"/>
              <a:t>nibh</a:t>
            </a:r>
            <a:r>
              <a:rPr lang="es-CO" dirty="0"/>
              <a:t> </a:t>
            </a:r>
            <a:r>
              <a:rPr lang="es-CO" dirty="0" err="1"/>
              <a:t>euismod</a:t>
            </a:r>
            <a:r>
              <a:rPr lang="es-CO" dirty="0"/>
              <a:t> </a:t>
            </a:r>
            <a:r>
              <a:rPr lang="es-CO" dirty="0" err="1"/>
              <a:t>tincidunt</a:t>
            </a:r>
            <a:r>
              <a:rPr lang="es-CO" dirty="0"/>
              <a:t> ut </a:t>
            </a:r>
            <a:r>
              <a:rPr lang="es-CO" dirty="0" err="1"/>
              <a:t>laoreet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magna </a:t>
            </a:r>
            <a:r>
              <a:rPr lang="es-CO" dirty="0" err="1"/>
              <a:t>aliquam</a:t>
            </a:r>
            <a:r>
              <a:rPr lang="es-CO" dirty="0"/>
              <a:t> </a:t>
            </a:r>
            <a:r>
              <a:rPr lang="es-CO" dirty="0" err="1"/>
              <a:t>erat</a:t>
            </a:r>
            <a:r>
              <a:rPr lang="es-CO" dirty="0"/>
              <a:t> </a:t>
            </a:r>
            <a:r>
              <a:rPr lang="es-CO" dirty="0" err="1"/>
              <a:t>volutpat</a:t>
            </a:r>
            <a:r>
              <a:rPr lang="es-CO" dirty="0"/>
              <a:t>. Ut </a:t>
            </a:r>
            <a:r>
              <a:rPr lang="es-CO" dirty="0" err="1"/>
              <a:t>wisi</a:t>
            </a:r>
            <a:r>
              <a:rPr lang="es-CO" dirty="0"/>
              <a:t> </a:t>
            </a:r>
            <a:r>
              <a:rPr lang="es-CO" dirty="0" err="1"/>
              <a:t>enim</a:t>
            </a:r>
            <a:r>
              <a:rPr lang="es-CO" dirty="0"/>
              <a:t> ad </a:t>
            </a:r>
            <a:r>
              <a:rPr lang="es-CO" dirty="0" err="1"/>
              <a:t>minim</a:t>
            </a:r>
            <a:r>
              <a:rPr lang="es-CO" dirty="0"/>
              <a:t> </a:t>
            </a:r>
            <a:r>
              <a:rPr lang="es-CO" dirty="0" err="1"/>
              <a:t>veniam</a:t>
            </a:r>
            <a:r>
              <a:rPr lang="es-CO" dirty="0"/>
              <a:t>, quis </a:t>
            </a:r>
            <a:r>
              <a:rPr lang="es-CO" dirty="0" err="1"/>
              <a:t>nostrud</a:t>
            </a:r>
            <a:r>
              <a:rPr lang="es-CO" dirty="0"/>
              <a:t> </a:t>
            </a:r>
            <a:r>
              <a:rPr lang="es-CO" dirty="0" err="1"/>
              <a:t>exerci</a:t>
            </a:r>
            <a:r>
              <a:rPr lang="es-CO" dirty="0"/>
              <a:t> </a:t>
            </a:r>
            <a:r>
              <a:rPr lang="es-CO" dirty="0" err="1"/>
              <a:t>tation</a:t>
            </a:r>
            <a:r>
              <a:rPr lang="es-CO" dirty="0"/>
              <a:t> </a:t>
            </a:r>
            <a:r>
              <a:rPr lang="es-CO" dirty="0" err="1"/>
              <a:t>ullamcorper</a:t>
            </a:r>
            <a:r>
              <a:rPr lang="es-CO" dirty="0"/>
              <a:t> </a:t>
            </a:r>
            <a:r>
              <a:rPr lang="es-CO" dirty="0" err="1"/>
              <a:t>suscipit</a:t>
            </a:r>
            <a:r>
              <a:rPr lang="es-CO" dirty="0"/>
              <a:t> </a:t>
            </a:r>
            <a:r>
              <a:rPr lang="es-CO" dirty="0" err="1"/>
              <a:t>lobortis</a:t>
            </a:r>
            <a:r>
              <a:rPr lang="es-CO" dirty="0"/>
              <a:t> </a:t>
            </a:r>
            <a:r>
              <a:rPr lang="es-CO" dirty="0" err="1"/>
              <a:t>nisl</a:t>
            </a:r>
            <a:r>
              <a:rPr lang="es-CO" dirty="0"/>
              <a:t> ut </a:t>
            </a:r>
            <a:r>
              <a:rPr lang="es-CO" dirty="0" err="1"/>
              <a:t>aliquip</a:t>
            </a:r>
            <a:r>
              <a:rPr lang="es-CO" dirty="0"/>
              <a:t> ex </a:t>
            </a:r>
            <a:r>
              <a:rPr lang="es-CO" dirty="0" err="1"/>
              <a:t>ea</a:t>
            </a:r>
            <a:r>
              <a:rPr lang="es-CO" dirty="0"/>
              <a:t> commodo </a:t>
            </a:r>
            <a:r>
              <a:rPr lang="es-CO" dirty="0" err="1"/>
              <a:t>consequat</a:t>
            </a:r>
            <a:r>
              <a:rPr lang="es-CO" dirty="0"/>
              <a:t>.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autem</a:t>
            </a:r>
            <a:r>
              <a:rPr lang="es-CO" dirty="0"/>
              <a:t>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eum</a:t>
            </a:r>
            <a:r>
              <a:rPr lang="es-CO" dirty="0"/>
              <a:t> </a:t>
            </a:r>
            <a:r>
              <a:rPr lang="es-CO" dirty="0" err="1"/>
              <a:t>iriure</a:t>
            </a:r>
            <a:r>
              <a:rPr lang="es-CO" dirty="0"/>
              <a:t> dolor in </a:t>
            </a:r>
            <a:r>
              <a:rPr lang="es-CO" dirty="0" err="1"/>
              <a:t>hendrerit</a:t>
            </a:r>
            <a:r>
              <a:rPr lang="es-CO" dirty="0"/>
              <a:t> in </a:t>
            </a:r>
            <a:r>
              <a:rPr lang="es-CO" dirty="0" err="1"/>
              <a:t>vulputate</a:t>
            </a:r>
            <a:r>
              <a:rPr lang="es-CO" dirty="0"/>
              <a:t> </a:t>
            </a:r>
            <a:r>
              <a:rPr lang="es-CO" dirty="0" err="1"/>
              <a:t>velit</a:t>
            </a:r>
            <a:r>
              <a:rPr lang="es-CO" dirty="0"/>
              <a:t> </a:t>
            </a:r>
            <a:r>
              <a:rPr lang="es-CO" dirty="0" err="1"/>
              <a:t>esse</a:t>
            </a:r>
            <a:r>
              <a:rPr lang="es-CO" dirty="0"/>
              <a:t> </a:t>
            </a:r>
            <a:r>
              <a:rPr lang="es-CO" dirty="0" err="1"/>
              <a:t>molestie</a:t>
            </a:r>
            <a:r>
              <a:rPr lang="es-CO" dirty="0"/>
              <a:t> </a:t>
            </a:r>
            <a:r>
              <a:rPr lang="es-CO" dirty="0" err="1"/>
              <a:t>consequat</a:t>
            </a:r>
            <a:r>
              <a:rPr lang="es-CO" dirty="0"/>
              <a:t>,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illum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</a:t>
            </a:r>
            <a:r>
              <a:rPr lang="es-CO" dirty="0" err="1"/>
              <a:t>eu</a:t>
            </a:r>
            <a:r>
              <a:rPr lang="es-CO" dirty="0"/>
              <a:t> </a:t>
            </a:r>
            <a:r>
              <a:rPr lang="es-CO" dirty="0" err="1"/>
              <a:t>feugiat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facilisis</a:t>
            </a:r>
            <a:r>
              <a:rPr lang="es-CO" dirty="0"/>
              <a:t> at vero eros et </a:t>
            </a:r>
            <a:r>
              <a:rPr lang="es-CO" dirty="0" err="1"/>
              <a:t>accumsan</a:t>
            </a:r>
            <a:r>
              <a:rPr lang="es-CO" dirty="0"/>
              <a:t> et </a:t>
            </a:r>
            <a:r>
              <a:rPr lang="es-CO" dirty="0" err="1"/>
              <a:t>iusto</a:t>
            </a:r>
            <a:r>
              <a:rPr lang="es-CO" dirty="0"/>
              <a:t> odio </a:t>
            </a:r>
            <a:r>
              <a:rPr lang="es-CO" dirty="0" err="1"/>
              <a:t>dignissim</a:t>
            </a:r>
            <a:r>
              <a:rPr lang="es-CO" dirty="0"/>
              <a:t> qui </a:t>
            </a:r>
            <a:r>
              <a:rPr lang="es-CO" dirty="0" err="1"/>
              <a:t>blandit</a:t>
            </a:r>
            <a:r>
              <a:rPr lang="es-CO" dirty="0"/>
              <a:t> </a:t>
            </a:r>
            <a:r>
              <a:rPr lang="es-CO" dirty="0" err="1"/>
              <a:t>praesent</a:t>
            </a:r>
            <a:r>
              <a:rPr lang="es-CO" dirty="0"/>
              <a:t> </a:t>
            </a:r>
            <a:r>
              <a:rPr lang="es-CO" dirty="0" err="1"/>
              <a:t>luptatum</a:t>
            </a:r>
            <a:r>
              <a:rPr lang="es-CO" dirty="0"/>
              <a:t> </a:t>
            </a:r>
            <a:r>
              <a:rPr lang="es-CO" dirty="0" err="1"/>
              <a:t>zzril</a:t>
            </a:r>
            <a:r>
              <a:rPr lang="es-CO" dirty="0"/>
              <a:t> </a:t>
            </a:r>
            <a:r>
              <a:rPr lang="es-CO" dirty="0" err="1"/>
              <a:t>delenit</a:t>
            </a:r>
            <a:r>
              <a:rPr lang="es-CO" dirty="0"/>
              <a:t> </a:t>
            </a:r>
            <a:r>
              <a:rPr lang="es-CO" dirty="0" err="1"/>
              <a:t>augue</a:t>
            </a:r>
            <a:r>
              <a:rPr lang="es-CO" dirty="0"/>
              <a:t>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te </a:t>
            </a:r>
            <a:r>
              <a:rPr lang="es-CO" dirty="0" err="1"/>
              <a:t>feugait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</a:t>
            </a:r>
            <a:r>
              <a:rPr lang="es-CO" dirty="0"/>
              <a:t>.</a:t>
            </a:r>
          </a:p>
          <a:p>
            <a:endParaRPr lang="es-CO" dirty="0"/>
          </a:p>
          <a:p>
            <a:r>
              <a:rPr lang="es-CO" dirty="0" err="1"/>
              <a:t>Lorem</a:t>
            </a:r>
            <a:r>
              <a:rPr lang="es-CO" dirty="0"/>
              <a:t> </a:t>
            </a:r>
            <a:r>
              <a:rPr lang="es-CO" dirty="0" err="1"/>
              <a:t>ipsum</a:t>
            </a:r>
            <a:r>
              <a:rPr lang="es-CO" dirty="0"/>
              <a:t> dolor </a:t>
            </a:r>
            <a:r>
              <a:rPr lang="es-CO" dirty="0" err="1"/>
              <a:t>sit</a:t>
            </a:r>
            <a:r>
              <a:rPr lang="es-CO" dirty="0"/>
              <a:t> </a:t>
            </a:r>
            <a:r>
              <a:rPr lang="es-CO" dirty="0" err="1"/>
              <a:t>amet</a:t>
            </a:r>
            <a:r>
              <a:rPr lang="es-CO" dirty="0"/>
              <a:t>, </a:t>
            </a:r>
            <a:r>
              <a:rPr lang="es-CO" dirty="0" err="1"/>
              <a:t>consectetuer</a:t>
            </a:r>
            <a:r>
              <a:rPr lang="es-CO" dirty="0"/>
              <a:t> </a:t>
            </a:r>
            <a:r>
              <a:rPr lang="es-CO" dirty="0" err="1"/>
              <a:t>adipiscing</a:t>
            </a:r>
            <a:r>
              <a:rPr lang="es-CO" dirty="0"/>
              <a:t> </a:t>
            </a:r>
            <a:r>
              <a:rPr lang="es-CO" dirty="0" err="1"/>
              <a:t>elit</a:t>
            </a:r>
            <a:r>
              <a:rPr lang="es-CO" dirty="0"/>
              <a:t>, sed </a:t>
            </a:r>
            <a:r>
              <a:rPr lang="es-CO" dirty="0" err="1"/>
              <a:t>diam</a:t>
            </a:r>
            <a:r>
              <a:rPr lang="es-CO" dirty="0"/>
              <a:t> </a:t>
            </a:r>
            <a:r>
              <a:rPr lang="es-CO" dirty="0" err="1"/>
              <a:t>nonummy</a:t>
            </a:r>
            <a:r>
              <a:rPr lang="es-CO" dirty="0"/>
              <a:t> </a:t>
            </a:r>
            <a:r>
              <a:rPr lang="es-CO" dirty="0" err="1"/>
              <a:t>nibh</a:t>
            </a:r>
            <a:r>
              <a:rPr lang="es-CO" dirty="0"/>
              <a:t> </a:t>
            </a:r>
            <a:r>
              <a:rPr lang="es-CO" dirty="0" err="1"/>
              <a:t>euismod</a:t>
            </a:r>
            <a:r>
              <a:rPr lang="es-CO" dirty="0"/>
              <a:t> </a:t>
            </a:r>
            <a:r>
              <a:rPr lang="es-CO" dirty="0" err="1"/>
              <a:t>tincidunt</a:t>
            </a:r>
            <a:r>
              <a:rPr lang="es-CO" dirty="0"/>
              <a:t> ut </a:t>
            </a:r>
            <a:r>
              <a:rPr lang="es-CO" dirty="0" err="1"/>
              <a:t>laoreet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magna </a:t>
            </a:r>
            <a:r>
              <a:rPr lang="es-CO" dirty="0" err="1"/>
              <a:t>aliquam</a:t>
            </a:r>
            <a:r>
              <a:rPr lang="es-CO" dirty="0"/>
              <a:t> </a:t>
            </a:r>
            <a:r>
              <a:rPr lang="es-CO" dirty="0" err="1"/>
              <a:t>erat</a:t>
            </a:r>
            <a:r>
              <a:rPr lang="es-CO" dirty="0"/>
              <a:t> </a:t>
            </a:r>
            <a:r>
              <a:rPr lang="es-CO" dirty="0" err="1"/>
              <a:t>volutpat</a:t>
            </a:r>
            <a:r>
              <a:rPr lang="es-CO" dirty="0"/>
              <a:t>. Ut </a:t>
            </a:r>
            <a:r>
              <a:rPr lang="es-CO" dirty="0" err="1"/>
              <a:t>wisi</a:t>
            </a:r>
            <a:r>
              <a:rPr lang="es-CO" dirty="0"/>
              <a:t> </a:t>
            </a:r>
            <a:r>
              <a:rPr lang="es-CO" dirty="0" err="1"/>
              <a:t>enim</a:t>
            </a:r>
            <a:r>
              <a:rPr lang="es-CO" dirty="0"/>
              <a:t> ad </a:t>
            </a:r>
            <a:r>
              <a:rPr lang="es-CO" dirty="0" err="1"/>
              <a:t>minim</a:t>
            </a:r>
            <a:r>
              <a:rPr lang="es-CO" dirty="0"/>
              <a:t> </a:t>
            </a:r>
            <a:r>
              <a:rPr lang="es-CO" dirty="0" err="1"/>
              <a:t>veniam</a:t>
            </a:r>
            <a:r>
              <a:rPr lang="es-CO" dirty="0"/>
              <a:t>, quis </a:t>
            </a:r>
            <a:r>
              <a:rPr lang="es-CO" dirty="0" err="1"/>
              <a:t>nostrud</a:t>
            </a:r>
            <a:r>
              <a:rPr lang="es-CO" dirty="0"/>
              <a:t> </a:t>
            </a:r>
            <a:r>
              <a:rPr lang="es-CO" dirty="0" err="1"/>
              <a:t>exerci</a:t>
            </a:r>
            <a:r>
              <a:rPr lang="es-CO" dirty="0"/>
              <a:t> </a:t>
            </a:r>
            <a:r>
              <a:rPr lang="es-CO" dirty="0" err="1"/>
              <a:t>tation</a:t>
            </a:r>
            <a:r>
              <a:rPr lang="es-CO" dirty="0"/>
              <a:t> </a:t>
            </a:r>
            <a:r>
              <a:rPr lang="es-CO" dirty="0" err="1"/>
              <a:t>ullamcorper</a:t>
            </a:r>
            <a:r>
              <a:rPr lang="es-CO" dirty="0"/>
              <a:t> </a:t>
            </a:r>
            <a:r>
              <a:rPr lang="es-CO" dirty="0" err="1"/>
              <a:t>suscipit</a:t>
            </a:r>
            <a:r>
              <a:rPr lang="es-CO" dirty="0"/>
              <a:t> </a:t>
            </a:r>
            <a:r>
              <a:rPr lang="es-CO" dirty="0" err="1"/>
              <a:t>lobortis</a:t>
            </a:r>
            <a:r>
              <a:rPr lang="es-CO" dirty="0"/>
              <a:t> </a:t>
            </a:r>
            <a:r>
              <a:rPr lang="es-CO" dirty="0" err="1"/>
              <a:t>nisl</a:t>
            </a:r>
            <a:r>
              <a:rPr lang="es-CO" dirty="0"/>
              <a:t> ut </a:t>
            </a:r>
            <a:r>
              <a:rPr lang="es-CO" dirty="0" err="1"/>
              <a:t>aliquip</a:t>
            </a:r>
            <a:r>
              <a:rPr lang="es-CO" dirty="0"/>
              <a:t> ex </a:t>
            </a:r>
            <a:r>
              <a:rPr lang="es-CO" dirty="0" err="1"/>
              <a:t>ea</a:t>
            </a:r>
            <a:r>
              <a:rPr lang="es-CO" dirty="0"/>
              <a:t> commodo </a:t>
            </a:r>
            <a:r>
              <a:rPr lang="es-CO" dirty="0" err="1"/>
              <a:t>consequat</a:t>
            </a:r>
            <a:r>
              <a:rPr lang="es-CO" dirty="0"/>
              <a:t>.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autem</a:t>
            </a:r>
            <a:r>
              <a:rPr lang="es-CO" dirty="0"/>
              <a:t>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eum</a:t>
            </a:r>
            <a:r>
              <a:rPr lang="es-CO" dirty="0"/>
              <a:t> </a:t>
            </a:r>
            <a:r>
              <a:rPr lang="es-CO" dirty="0" err="1"/>
              <a:t>iriure</a:t>
            </a:r>
            <a:r>
              <a:rPr lang="es-CO" dirty="0"/>
              <a:t> dolor in </a:t>
            </a:r>
            <a:r>
              <a:rPr lang="es-CO" dirty="0" err="1"/>
              <a:t>hendrerit</a:t>
            </a:r>
            <a:r>
              <a:rPr lang="es-CO" dirty="0"/>
              <a:t> in </a:t>
            </a:r>
            <a:r>
              <a:rPr lang="es-CO" dirty="0" err="1"/>
              <a:t>vulputate</a:t>
            </a:r>
            <a:r>
              <a:rPr lang="es-CO" dirty="0"/>
              <a:t> </a:t>
            </a:r>
            <a:r>
              <a:rPr lang="es-CO" dirty="0" err="1"/>
              <a:t>velit</a:t>
            </a:r>
            <a:r>
              <a:rPr lang="es-CO" dirty="0"/>
              <a:t> </a:t>
            </a:r>
            <a:r>
              <a:rPr lang="es-CO" dirty="0" err="1"/>
              <a:t>esse</a:t>
            </a:r>
            <a:r>
              <a:rPr lang="es-CO" dirty="0"/>
              <a:t> </a:t>
            </a:r>
            <a:r>
              <a:rPr lang="es-CO" dirty="0" err="1"/>
              <a:t>molestie</a:t>
            </a:r>
            <a:r>
              <a:rPr lang="es-CO" dirty="0"/>
              <a:t> </a:t>
            </a:r>
            <a:r>
              <a:rPr lang="es-CO" dirty="0" err="1"/>
              <a:t>consequat</a:t>
            </a:r>
            <a:r>
              <a:rPr lang="es-CO" dirty="0"/>
              <a:t>,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illum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</a:t>
            </a:r>
            <a:r>
              <a:rPr lang="es-CO" dirty="0" err="1"/>
              <a:t>eu</a:t>
            </a:r>
            <a:r>
              <a:rPr lang="es-CO" dirty="0"/>
              <a:t> </a:t>
            </a:r>
            <a:r>
              <a:rPr lang="es-CO" dirty="0" err="1"/>
              <a:t>feugiat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facilisis</a:t>
            </a:r>
            <a:r>
              <a:rPr lang="es-CO" dirty="0"/>
              <a:t> at vero eros et </a:t>
            </a:r>
            <a:r>
              <a:rPr lang="es-CO" dirty="0" err="1"/>
              <a:t>accumsan</a:t>
            </a:r>
            <a:r>
              <a:rPr lang="es-CO" dirty="0"/>
              <a:t> et </a:t>
            </a:r>
            <a:r>
              <a:rPr lang="es-CO" dirty="0" err="1"/>
              <a:t>iusto</a:t>
            </a:r>
            <a:r>
              <a:rPr lang="es-CO" dirty="0"/>
              <a:t> odio </a:t>
            </a:r>
            <a:r>
              <a:rPr lang="es-CO" dirty="0" err="1"/>
              <a:t>dignissim</a:t>
            </a:r>
            <a:r>
              <a:rPr lang="es-CO" dirty="0"/>
              <a:t> qui </a:t>
            </a:r>
            <a:r>
              <a:rPr lang="es-CO" dirty="0" err="1"/>
              <a:t>blandit</a:t>
            </a:r>
            <a:r>
              <a:rPr lang="es-CO" dirty="0"/>
              <a:t> </a:t>
            </a:r>
            <a:r>
              <a:rPr lang="es-CO" dirty="0" err="1"/>
              <a:t>praesent</a:t>
            </a:r>
            <a:r>
              <a:rPr lang="es-CO" dirty="0"/>
              <a:t> </a:t>
            </a:r>
            <a:r>
              <a:rPr lang="es-CO" dirty="0" err="1"/>
              <a:t>luptatum</a:t>
            </a:r>
            <a:r>
              <a:rPr lang="es-CO" dirty="0"/>
              <a:t> </a:t>
            </a:r>
            <a:r>
              <a:rPr lang="es-CO" dirty="0" err="1"/>
              <a:t>zzril</a:t>
            </a:r>
            <a:r>
              <a:rPr lang="es-CO" dirty="0"/>
              <a:t> </a:t>
            </a:r>
            <a:r>
              <a:rPr lang="es-CO" dirty="0" err="1"/>
              <a:t>delenit</a:t>
            </a:r>
            <a:r>
              <a:rPr lang="es-CO" dirty="0"/>
              <a:t> </a:t>
            </a:r>
            <a:r>
              <a:rPr lang="es-CO" dirty="0" err="1"/>
              <a:t>augue</a:t>
            </a:r>
            <a:r>
              <a:rPr lang="es-CO" dirty="0"/>
              <a:t>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te </a:t>
            </a:r>
            <a:r>
              <a:rPr lang="es-CO" dirty="0" err="1"/>
              <a:t>feugait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</a:t>
            </a:r>
            <a:r>
              <a:rPr lang="es-CO" dirty="0"/>
              <a:t>.</a:t>
            </a:r>
          </a:p>
          <a:p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71446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FC915C6-BC59-1C5F-AADD-489676DD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SEPARADOR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211F97-4ECB-2559-F007-1C1C3D7A8B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23025" y="631824"/>
            <a:ext cx="2507615" cy="3444876"/>
          </a:xfrm>
        </p:spPr>
        <p:txBody>
          <a:bodyPr>
            <a:normAutofit/>
          </a:bodyPr>
          <a:lstStyle/>
          <a:p>
            <a:r>
              <a:rPr lang="es-CO" dirty="0" err="1"/>
              <a:t>Lorem</a:t>
            </a:r>
            <a:r>
              <a:rPr lang="es-CO" dirty="0"/>
              <a:t> </a:t>
            </a:r>
            <a:r>
              <a:rPr lang="es-CO" dirty="0" err="1"/>
              <a:t>ipsum</a:t>
            </a:r>
            <a:r>
              <a:rPr lang="es-CO" dirty="0"/>
              <a:t> dolor </a:t>
            </a:r>
            <a:r>
              <a:rPr lang="es-CO" dirty="0" err="1"/>
              <a:t>sit</a:t>
            </a:r>
            <a:r>
              <a:rPr lang="es-CO" dirty="0"/>
              <a:t> </a:t>
            </a:r>
            <a:r>
              <a:rPr lang="es-CO" dirty="0" err="1"/>
              <a:t>amet</a:t>
            </a:r>
            <a:r>
              <a:rPr lang="es-CO" dirty="0"/>
              <a:t>, </a:t>
            </a:r>
            <a:r>
              <a:rPr lang="es-CO" dirty="0" err="1"/>
              <a:t>consectetuer</a:t>
            </a:r>
            <a:r>
              <a:rPr lang="es-CO" dirty="0"/>
              <a:t> </a:t>
            </a:r>
            <a:r>
              <a:rPr lang="es-CO" dirty="0" err="1"/>
              <a:t>adipiscing</a:t>
            </a:r>
            <a:r>
              <a:rPr lang="es-CO" dirty="0"/>
              <a:t> </a:t>
            </a:r>
            <a:r>
              <a:rPr lang="es-CO" dirty="0" err="1"/>
              <a:t>elit</a:t>
            </a:r>
            <a:r>
              <a:rPr lang="es-CO" dirty="0"/>
              <a:t>, sed </a:t>
            </a:r>
            <a:r>
              <a:rPr lang="es-CO" dirty="0" err="1"/>
              <a:t>diam</a:t>
            </a:r>
            <a:r>
              <a:rPr lang="es-CO" dirty="0"/>
              <a:t> </a:t>
            </a:r>
            <a:r>
              <a:rPr lang="es-CO" dirty="0" err="1"/>
              <a:t>nonummy</a:t>
            </a:r>
            <a:r>
              <a:rPr lang="es-CO" dirty="0"/>
              <a:t> </a:t>
            </a:r>
            <a:r>
              <a:rPr lang="es-CO" dirty="0" err="1"/>
              <a:t>nibh</a:t>
            </a:r>
            <a:r>
              <a:rPr lang="es-CO" dirty="0"/>
              <a:t> </a:t>
            </a:r>
            <a:r>
              <a:rPr lang="es-CO" dirty="0" err="1"/>
              <a:t>euismod</a:t>
            </a:r>
            <a:r>
              <a:rPr lang="es-CO" dirty="0"/>
              <a:t> </a:t>
            </a:r>
            <a:r>
              <a:rPr lang="es-CO" dirty="0" err="1"/>
              <a:t>tincidunt</a:t>
            </a:r>
            <a:r>
              <a:rPr lang="es-CO" dirty="0"/>
              <a:t> ut </a:t>
            </a:r>
            <a:r>
              <a:rPr lang="es-CO" dirty="0" err="1"/>
              <a:t>laoreet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magna </a:t>
            </a:r>
            <a:r>
              <a:rPr lang="es-CO" dirty="0" err="1"/>
              <a:t>aliquam</a:t>
            </a:r>
            <a:r>
              <a:rPr lang="es-CO" dirty="0"/>
              <a:t> </a:t>
            </a:r>
            <a:r>
              <a:rPr lang="es-CO" dirty="0" err="1"/>
              <a:t>erat</a:t>
            </a:r>
            <a:r>
              <a:rPr lang="es-CO" dirty="0"/>
              <a:t> </a:t>
            </a:r>
            <a:r>
              <a:rPr lang="es-CO" dirty="0" err="1"/>
              <a:t>volutpat</a:t>
            </a:r>
            <a:r>
              <a:rPr lang="es-CO" dirty="0"/>
              <a:t>. Ut </a:t>
            </a:r>
            <a:r>
              <a:rPr lang="es-CO" dirty="0" err="1"/>
              <a:t>wisi</a:t>
            </a:r>
            <a:r>
              <a:rPr lang="es-CO" dirty="0"/>
              <a:t> </a:t>
            </a:r>
            <a:r>
              <a:rPr lang="es-CO" dirty="0" err="1"/>
              <a:t>enim</a:t>
            </a:r>
            <a:r>
              <a:rPr lang="es-CO" dirty="0"/>
              <a:t> ad </a:t>
            </a:r>
            <a:r>
              <a:rPr lang="es-CO" dirty="0" err="1"/>
              <a:t>minim</a:t>
            </a:r>
            <a:r>
              <a:rPr lang="es-CO" dirty="0"/>
              <a:t> </a:t>
            </a:r>
            <a:r>
              <a:rPr lang="es-CO" dirty="0" err="1"/>
              <a:t>veniam</a:t>
            </a:r>
            <a:r>
              <a:rPr lang="es-CO" dirty="0"/>
              <a:t>, quis </a:t>
            </a:r>
            <a:r>
              <a:rPr lang="es-CO" dirty="0" err="1"/>
              <a:t>nostrud</a:t>
            </a:r>
            <a:r>
              <a:rPr lang="es-CO" dirty="0"/>
              <a:t> </a:t>
            </a:r>
            <a:r>
              <a:rPr lang="es-CO" dirty="0" err="1"/>
              <a:t>exerci</a:t>
            </a:r>
            <a:r>
              <a:rPr lang="es-CO" dirty="0"/>
              <a:t> </a:t>
            </a:r>
            <a:r>
              <a:rPr lang="es-CO" dirty="0" err="1"/>
              <a:t>tation</a:t>
            </a:r>
            <a:r>
              <a:rPr lang="es-CO" dirty="0"/>
              <a:t> </a:t>
            </a:r>
            <a:r>
              <a:rPr lang="es-CO" dirty="0" err="1"/>
              <a:t>ullamcorper</a:t>
            </a:r>
            <a:r>
              <a:rPr lang="es-CO" dirty="0"/>
              <a:t> </a:t>
            </a:r>
            <a:r>
              <a:rPr lang="es-CO" dirty="0" err="1"/>
              <a:t>suscipit</a:t>
            </a:r>
            <a:r>
              <a:rPr lang="es-CO" dirty="0"/>
              <a:t> </a:t>
            </a:r>
            <a:r>
              <a:rPr lang="es-CO" dirty="0" err="1"/>
              <a:t>lobortis</a:t>
            </a:r>
            <a:r>
              <a:rPr lang="es-CO" dirty="0"/>
              <a:t> </a:t>
            </a:r>
            <a:r>
              <a:rPr lang="es-CO" dirty="0" err="1"/>
              <a:t>nisl</a:t>
            </a:r>
            <a:r>
              <a:rPr lang="es-CO" dirty="0"/>
              <a:t> ut </a:t>
            </a:r>
            <a:r>
              <a:rPr lang="es-CO" dirty="0" err="1"/>
              <a:t>aliquip</a:t>
            </a:r>
            <a:r>
              <a:rPr lang="es-CO" dirty="0"/>
              <a:t> ex </a:t>
            </a:r>
            <a:r>
              <a:rPr lang="es-CO" dirty="0" err="1"/>
              <a:t>ea</a:t>
            </a:r>
            <a:r>
              <a:rPr lang="es-CO" dirty="0"/>
              <a:t> commodo </a:t>
            </a:r>
            <a:r>
              <a:rPr lang="es-CO" dirty="0" err="1"/>
              <a:t>consequat</a:t>
            </a:r>
            <a:r>
              <a:rPr lang="es-CO" dirty="0"/>
              <a:t>.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autem</a:t>
            </a:r>
            <a:r>
              <a:rPr lang="es-CO" dirty="0"/>
              <a:t>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eu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6986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77F89FE-1533-8A8D-91FF-29274CFDA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CO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0B57AD3-FE02-C0B4-939D-FC6D836767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O" dirty="0" err="1"/>
              <a:t>Lorem</a:t>
            </a:r>
            <a:r>
              <a:rPr lang="es-CO" dirty="0"/>
              <a:t> </a:t>
            </a:r>
            <a:r>
              <a:rPr lang="es-CO" dirty="0" err="1"/>
              <a:t>ipsum</a:t>
            </a:r>
            <a:r>
              <a:rPr lang="es-CO" dirty="0"/>
              <a:t> dolor </a:t>
            </a:r>
            <a:r>
              <a:rPr lang="es-CO" dirty="0" err="1"/>
              <a:t>sit</a:t>
            </a:r>
            <a:r>
              <a:rPr lang="es-CO" dirty="0"/>
              <a:t> </a:t>
            </a:r>
            <a:r>
              <a:rPr lang="es-CO" dirty="0" err="1"/>
              <a:t>amet</a:t>
            </a:r>
            <a:r>
              <a:rPr lang="es-CO" dirty="0"/>
              <a:t>, </a:t>
            </a:r>
            <a:r>
              <a:rPr lang="es-CO" dirty="0" err="1"/>
              <a:t>consectetuer</a:t>
            </a:r>
            <a:r>
              <a:rPr lang="es-CO" dirty="0"/>
              <a:t> </a:t>
            </a:r>
            <a:r>
              <a:rPr lang="es-CO" dirty="0" err="1"/>
              <a:t>adipiscing</a:t>
            </a:r>
            <a:r>
              <a:rPr lang="es-CO" dirty="0"/>
              <a:t> </a:t>
            </a:r>
            <a:r>
              <a:rPr lang="es-CO" dirty="0" err="1"/>
              <a:t>elit</a:t>
            </a:r>
            <a:r>
              <a:rPr lang="es-CO" dirty="0"/>
              <a:t>, sed </a:t>
            </a:r>
            <a:r>
              <a:rPr lang="es-CO" dirty="0" err="1"/>
              <a:t>diam</a:t>
            </a:r>
            <a:r>
              <a:rPr lang="es-CO" dirty="0"/>
              <a:t> </a:t>
            </a:r>
            <a:r>
              <a:rPr lang="es-CO" dirty="0" err="1"/>
              <a:t>nonummy</a:t>
            </a:r>
            <a:r>
              <a:rPr lang="es-CO" dirty="0"/>
              <a:t> </a:t>
            </a:r>
            <a:r>
              <a:rPr lang="es-CO" dirty="0" err="1"/>
              <a:t>nibh</a:t>
            </a:r>
            <a:r>
              <a:rPr lang="es-CO" dirty="0"/>
              <a:t> </a:t>
            </a:r>
            <a:r>
              <a:rPr lang="es-CO" dirty="0" err="1"/>
              <a:t>euismod</a:t>
            </a:r>
            <a:r>
              <a:rPr lang="es-CO" dirty="0"/>
              <a:t> </a:t>
            </a:r>
            <a:r>
              <a:rPr lang="es-CO" dirty="0" err="1"/>
              <a:t>tincidunt</a:t>
            </a:r>
            <a:r>
              <a:rPr lang="es-CO" dirty="0"/>
              <a:t> ut </a:t>
            </a:r>
            <a:r>
              <a:rPr lang="es-CO" dirty="0" err="1"/>
              <a:t>laoreet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magna </a:t>
            </a:r>
            <a:r>
              <a:rPr lang="es-CO" dirty="0" err="1"/>
              <a:t>aliquam</a:t>
            </a:r>
            <a:r>
              <a:rPr lang="es-CO" dirty="0"/>
              <a:t> </a:t>
            </a:r>
            <a:r>
              <a:rPr lang="es-CO" dirty="0" err="1"/>
              <a:t>erat</a:t>
            </a:r>
            <a:r>
              <a:rPr lang="es-CO" dirty="0"/>
              <a:t> </a:t>
            </a:r>
            <a:r>
              <a:rPr lang="es-CO" dirty="0" err="1"/>
              <a:t>volutpat</a:t>
            </a:r>
            <a:r>
              <a:rPr lang="es-CO" dirty="0"/>
              <a:t>. Ut </a:t>
            </a:r>
            <a:r>
              <a:rPr lang="es-CO" dirty="0" err="1"/>
              <a:t>wisi</a:t>
            </a:r>
            <a:r>
              <a:rPr lang="es-CO" dirty="0"/>
              <a:t> </a:t>
            </a:r>
            <a:r>
              <a:rPr lang="es-CO" dirty="0" err="1"/>
              <a:t>enim</a:t>
            </a:r>
            <a:r>
              <a:rPr lang="es-CO" dirty="0"/>
              <a:t> ad </a:t>
            </a:r>
            <a:r>
              <a:rPr lang="es-CO" dirty="0" err="1"/>
              <a:t>minim</a:t>
            </a:r>
            <a:r>
              <a:rPr lang="es-CO" dirty="0"/>
              <a:t> </a:t>
            </a:r>
            <a:r>
              <a:rPr lang="es-CO" dirty="0" err="1"/>
              <a:t>veniam</a:t>
            </a:r>
            <a:r>
              <a:rPr lang="es-CO" dirty="0"/>
              <a:t>, quis </a:t>
            </a:r>
            <a:r>
              <a:rPr lang="es-CO" dirty="0" err="1"/>
              <a:t>nostrud</a:t>
            </a:r>
            <a:r>
              <a:rPr lang="es-CO" dirty="0"/>
              <a:t> </a:t>
            </a:r>
            <a:r>
              <a:rPr lang="es-CO" dirty="0" err="1"/>
              <a:t>exerci</a:t>
            </a:r>
            <a:r>
              <a:rPr lang="es-CO" dirty="0"/>
              <a:t> </a:t>
            </a:r>
            <a:r>
              <a:rPr lang="es-CO" dirty="0" err="1"/>
              <a:t>tation</a:t>
            </a:r>
            <a:r>
              <a:rPr lang="es-CO" dirty="0"/>
              <a:t> </a:t>
            </a:r>
            <a:r>
              <a:rPr lang="es-CO" dirty="0" err="1"/>
              <a:t>ullamcorper</a:t>
            </a:r>
            <a:r>
              <a:rPr lang="es-CO" dirty="0"/>
              <a:t> </a:t>
            </a:r>
            <a:r>
              <a:rPr lang="es-CO" dirty="0" err="1"/>
              <a:t>suscipit</a:t>
            </a:r>
            <a:r>
              <a:rPr lang="es-CO" dirty="0"/>
              <a:t> </a:t>
            </a:r>
            <a:r>
              <a:rPr lang="es-CO" dirty="0" err="1"/>
              <a:t>lobortis</a:t>
            </a:r>
            <a:r>
              <a:rPr lang="es-CO" dirty="0"/>
              <a:t> </a:t>
            </a:r>
            <a:r>
              <a:rPr lang="es-CO" dirty="0" err="1"/>
              <a:t>nisl</a:t>
            </a:r>
            <a:r>
              <a:rPr lang="es-CO" dirty="0"/>
              <a:t> ut </a:t>
            </a:r>
            <a:r>
              <a:rPr lang="es-CO" dirty="0" err="1"/>
              <a:t>aliquip</a:t>
            </a:r>
            <a:r>
              <a:rPr lang="es-CO" dirty="0"/>
              <a:t> ex </a:t>
            </a:r>
            <a:r>
              <a:rPr lang="es-CO" dirty="0" err="1"/>
              <a:t>ea</a:t>
            </a:r>
            <a:r>
              <a:rPr lang="es-CO" dirty="0"/>
              <a:t> commodo </a:t>
            </a:r>
            <a:r>
              <a:rPr lang="es-CO" dirty="0" err="1"/>
              <a:t>consequat</a:t>
            </a:r>
            <a:r>
              <a:rPr lang="es-CO" dirty="0"/>
              <a:t>.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autem</a:t>
            </a:r>
            <a:r>
              <a:rPr lang="es-CO" dirty="0"/>
              <a:t>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eu</a:t>
            </a:r>
            <a:endParaRPr lang="es-CO" dirty="0"/>
          </a:p>
          <a:p>
            <a:endParaRPr lang="es-CO" dirty="0"/>
          </a:p>
        </p:txBody>
      </p:sp>
      <p:sp>
        <p:nvSpPr>
          <p:cNvPr id="8" name="Google Shape;73;p15">
            <a:extLst>
              <a:ext uri="{FF2B5EF4-FFF2-40B4-BE49-F238E27FC236}">
                <a16:creationId xmlns:a16="http://schemas.microsoft.com/office/drawing/2014/main" id="{EBE92D98-173D-AA1A-2239-D54C058F78E1}"/>
              </a:ext>
            </a:extLst>
          </p:cNvPr>
          <p:cNvSpPr/>
          <p:nvPr/>
        </p:nvSpPr>
        <p:spPr>
          <a:xfrm>
            <a:off x="905375" y="2102550"/>
            <a:ext cx="1548300" cy="1947300"/>
          </a:xfrm>
          <a:prstGeom prst="roundRect">
            <a:avLst>
              <a:gd name="adj" fmla="val 11377"/>
            </a:avLst>
          </a:prstGeom>
          <a:noFill/>
          <a:ln w="20250" cap="flat" cmpd="sng">
            <a:solidFill>
              <a:srgbClr val="0152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750" tIns="64750" rIns="64750" bIns="64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91"/>
          </a:p>
        </p:txBody>
      </p:sp>
      <p:sp>
        <p:nvSpPr>
          <p:cNvPr id="9" name="Google Shape;74;p15">
            <a:extLst>
              <a:ext uri="{FF2B5EF4-FFF2-40B4-BE49-F238E27FC236}">
                <a16:creationId xmlns:a16="http://schemas.microsoft.com/office/drawing/2014/main" id="{EF826AEA-F800-2A65-E96F-18F6A0E70C29}"/>
              </a:ext>
            </a:extLst>
          </p:cNvPr>
          <p:cNvSpPr/>
          <p:nvPr/>
        </p:nvSpPr>
        <p:spPr>
          <a:xfrm>
            <a:off x="645800" y="1864800"/>
            <a:ext cx="630600" cy="5991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B201"/>
          </a:solidFill>
          <a:ln>
            <a:noFill/>
          </a:ln>
        </p:spPr>
        <p:txBody>
          <a:bodyPr spcFirstLastPara="1" wrap="square" lIns="64750" tIns="64750" rIns="64750" bIns="64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91"/>
          </a:p>
        </p:txBody>
      </p:sp>
      <p:sp>
        <p:nvSpPr>
          <p:cNvPr id="10" name="Google Shape;75;p15">
            <a:extLst>
              <a:ext uri="{FF2B5EF4-FFF2-40B4-BE49-F238E27FC236}">
                <a16:creationId xmlns:a16="http://schemas.microsoft.com/office/drawing/2014/main" id="{6A914326-101E-628C-B705-41DD2EE3787F}"/>
              </a:ext>
            </a:extLst>
          </p:cNvPr>
          <p:cNvSpPr txBox="1"/>
          <p:nvPr/>
        </p:nvSpPr>
        <p:spPr>
          <a:xfrm>
            <a:off x="780771" y="1864807"/>
            <a:ext cx="3618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50" tIns="32375" rIns="64750" bIns="323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250"/>
              <a:buFont typeface="Calibri"/>
              <a:buNone/>
            </a:pPr>
            <a:r>
              <a:rPr lang="es" sz="42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91">
              <a:solidFill>
                <a:srgbClr val="FFFFFF"/>
              </a:solidFill>
            </a:endParaRPr>
          </a:p>
        </p:txBody>
      </p:sp>
      <p:sp>
        <p:nvSpPr>
          <p:cNvPr id="11" name="Google Shape;76;p15">
            <a:extLst>
              <a:ext uri="{FF2B5EF4-FFF2-40B4-BE49-F238E27FC236}">
                <a16:creationId xmlns:a16="http://schemas.microsoft.com/office/drawing/2014/main" id="{BDBE1296-07C3-FFA4-D68E-00C1169AF082}"/>
              </a:ext>
            </a:extLst>
          </p:cNvPr>
          <p:cNvSpPr txBox="1"/>
          <p:nvPr/>
        </p:nvSpPr>
        <p:spPr>
          <a:xfrm>
            <a:off x="1080692" y="2891501"/>
            <a:ext cx="11976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50" tIns="32375" rIns="64750" bIns="323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75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Lorem ipsum dolor sit amet Lorem ipsum dolor sit amet</a:t>
            </a:r>
            <a:endParaRPr sz="1275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77;p15">
            <a:extLst>
              <a:ext uri="{FF2B5EF4-FFF2-40B4-BE49-F238E27FC236}">
                <a16:creationId xmlns:a16="http://schemas.microsoft.com/office/drawing/2014/main" id="{644E5003-417F-70B5-C7D7-DCA6A55C152A}"/>
              </a:ext>
            </a:extLst>
          </p:cNvPr>
          <p:cNvSpPr/>
          <p:nvPr/>
        </p:nvSpPr>
        <p:spPr>
          <a:xfrm>
            <a:off x="2944907" y="2102550"/>
            <a:ext cx="1548300" cy="1947300"/>
          </a:xfrm>
          <a:prstGeom prst="roundRect">
            <a:avLst>
              <a:gd name="adj" fmla="val 11377"/>
            </a:avLst>
          </a:prstGeom>
          <a:noFill/>
          <a:ln w="20250" cap="flat" cmpd="sng">
            <a:solidFill>
              <a:srgbClr val="0152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750" tIns="64750" rIns="64750" bIns="64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91"/>
          </a:p>
        </p:txBody>
      </p:sp>
      <p:sp>
        <p:nvSpPr>
          <p:cNvPr id="13" name="Google Shape;78;p15">
            <a:extLst>
              <a:ext uri="{FF2B5EF4-FFF2-40B4-BE49-F238E27FC236}">
                <a16:creationId xmlns:a16="http://schemas.microsoft.com/office/drawing/2014/main" id="{2DB47FDA-49BB-6C5A-4581-DB4B87F9E4D0}"/>
              </a:ext>
            </a:extLst>
          </p:cNvPr>
          <p:cNvSpPr/>
          <p:nvPr/>
        </p:nvSpPr>
        <p:spPr>
          <a:xfrm>
            <a:off x="2685328" y="1864800"/>
            <a:ext cx="630600" cy="5991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B201"/>
          </a:solidFill>
          <a:ln>
            <a:noFill/>
          </a:ln>
        </p:spPr>
        <p:txBody>
          <a:bodyPr spcFirstLastPara="1" wrap="square" lIns="64750" tIns="64750" rIns="64750" bIns="64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91"/>
          </a:p>
        </p:txBody>
      </p:sp>
      <p:sp>
        <p:nvSpPr>
          <p:cNvPr id="14" name="Google Shape;79;p15">
            <a:extLst>
              <a:ext uri="{FF2B5EF4-FFF2-40B4-BE49-F238E27FC236}">
                <a16:creationId xmlns:a16="http://schemas.microsoft.com/office/drawing/2014/main" id="{1090187E-0A63-0CBE-93FF-39EA53286068}"/>
              </a:ext>
            </a:extLst>
          </p:cNvPr>
          <p:cNvSpPr txBox="1"/>
          <p:nvPr/>
        </p:nvSpPr>
        <p:spPr>
          <a:xfrm>
            <a:off x="2820298" y="1864807"/>
            <a:ext cx="3618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50" tIns="32375" rIns="64750" bIns="323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250"/>
              <a:buFont typeface="Calibri"/>
              <a:buNone/>
            </a:pPr>
            <a:r>
              <a:rPr lang="es" sz="42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91">
              <a:solidFill>
                <a:srgbClr val="FFFFFF"/>
              </a:solidFill>
            </a:endParaRPr>
          </a:p>
        </p:txBody>
      </p:sp>
      <p:sp>
        <p:nvSpPr>
          <p:cNvPr id="15" name="Google Shape;80;p15">
            <a:extLst>
              <a:ext uri="{FF2B5EF4-FFF2-40B4-BE49-F238E27FC236}">
                <a16:creationId xmlns:a16="http://schemas.microsoft.com/office/drawing/2014/main" id="{5D17C349-D64C-CA07-EFF9-8FA22BE01740}"/>
              </a:ext>
            </a:extLst>
          </p:cNvPr>
          <p:cNvSpPr txBox="1"/>
          <p:nvPr/>
        </p:nvSpPr>
        <p:spPr>
          <a:xfrm>
            <a:off x="3120219" y="2891501"/>
            <a:ext cx="11976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50" tIns="32375" rIns="64750" bIns="323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75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Lorem ipsum dolor sit amet Lorem ipsum dolor sit amet</a:t>
            </a:r>
            <a:endParaRPr sz="1275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5">
            <a:extLst>
              <a:ext uri="{FF2B5EF4-FFF2-40B4-BE49-F238E27FC236}">
                <a16:creationId xmlns:a16="http://schemas.microsoft.com/office/drawing/2014/main" id="{017BD3C8-B496-297A-3659-79569DF65529}"/>
              </a:ext>
            </a:extLst>
          </p:cNvPr>
          <p:cNvSpPr/>
          <p:nvPr/>
        </p:nvSpPr>
        <p:spPr>
          <a:xfrm>
            <a:off x="4910365" y="2102550"/>
            <a:ext cx="1548300" cy="1947300"/>
          </a:xfrm>
          <a:prstGeom prst="roundRect">
            <a:avLst>
              <a:gd name="adj" fmla="val 11377"/>
            </a:avLst>
          </a:prstGeom>
          <a:noFill/>
          <a:ln w="20250" cap="flat" cmpd="sng">
            <a:solidFill>
              <a:srgbClr val="0152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750" tIns="64750" rIns="64750" bIns="64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91"/>
          </a:p>
        </p:txBody>
      </p:sp>
      <p:sp>
        <p:nvSpPr>
          <p:cNvPr id="17" name="Google Shape;82;p15">
            <a:extLst>
              <a:ext uri="{FF2B5EF4-FFF2-40B4-BE49-F238E27FC236}">
                <a16:creationId xmlns:a16="http://schemas.microsoft.com/office/drawing/2014/main" id="{DE43D2A5-25BA-EBAC-6A25-AE90E2A27786}"/>
              </a:ext>
            </a:extLst>
          </p:cNvPr>
          <p:cNvSpPr/>
          <p:nvPr/>
        </p:nvSpPr>
        <p:spPr>
          <a:xfrm>
            <a:off x="4650781" y="1864800"/>
            <a:ext cx="630600" cy="5991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B201"/>
          </a:solidFill>
          <a:ln>
            <a:noFill/>
          </a:ln>
        </p:spPr>
        <p:txBody>
          <a:bodyPr spcFirstLastPara="1" wrap="square" lIns="64750" tIns="64750" rIns="64750" bIns="64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91"/>
          </a:p>
        </p:txBody>
      </p:sp>
      <p:sp>
        <p:nvSpPr>
          <p:cNvPr id="18" name="Google Shape;83;p15">
            <a:extLst>
              <a:ext uri="{FF2B5EF4-FFF2-40B4-BE49-F238E27FC236}">
                <a16:creationId xmlns:a16="http://schemas.microsoft.com/office/drawing/2014/main" id="{61A38146-E7E1-92BF-0261-B19BE6401E51}"/>
              </a:ext>
            </a:extLst>
          </p:cNvPr>
          <p:cNvSpPr txBox="1"/>
          <p:nvPr/>
        </p:nvSpPr>
        <p:spPr>
          <a:xfrm>
            <a:off x="4785752" y="1864807"/>
            <a:ext cx="3618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50" tIns="32375" rIns="64750" bIns="323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250"/>
              <a:buFont typeface="Calibri"/>
              <a:buNone/>
            </a:pPr>
            <a:r>
              <a:rPr lang="es" sz="42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91">
              <a:solidFill>
                <a:srgbClr val="FFFFFF"/>
              </a:solidFill>
            </a:endParaRPr>
          </a:p>
        </p:txBody>
      </p:sp>
      <p:sp>
        <p:nvSpPr>
          <p:cNvPr id="19" name="Google Shape;84;p15">
            <a:extLst>
              <a:ext uri="{FF2B5EF4-FFF2-40B4-BE49-F238E27FC236}">
                <a16:creationId xmlns:a16="http://schemas.microsoft.com/office/drawing/2014/main" id="{FDC05F37-6B6B-CFF9-D3CD-EC3A62C098FC}"/>
              </a:ext>
            </a:extLst>
          </p:cNvPr>
          <p:cNvSpPr txBox="1"/>
          <p:nvPr/>
        </p:nvSpPr>
        <p:spPr>
          <a:xfrm>
            <a:off x="5085673" y="2891501"/>
            <a:ext cx="11976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50" tIns="32375" rIns="64750" bIns="323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75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Lorem ipsum dolor sit amet Lorem ipsum dolor sit amet</a:t>
            </a:r>
            <a:endParaRPr sz="1275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5;p15">
            <a:extLst>
              <a:ext uri="{FF2B5EF4-FFF2-40B4-BE49-F238E27FC236}">
                <a16:creationId xmlns:a16="http://schemas.microsoft.com/office/drawing/2014/main" id="{BF14D3A3-8A77-2CAF-B95D-3DDACE96460D}"/>
              </a:ext>
            </a:extLst>
          </p:cNvPr>
          <p:cNvSpPr/>
          <p:nvPr/>
        </p:nvSpPr>
        <p:spPr>
          <a:xfrm>
            <a:off x="6949897" y="2102550"/>
            <a:ext cx="1548300" cy="1947300"/>
          </a:xfrm>
          <a:prstGeom prst="roundRect">
            <a:avLst>
              <a:gd name="adj" fmla="val 11377"/>
            </a:avLst>
          </a:prstGeom>
          <a:noFill/>
          <a:ln w="20250" cap="flat" cmpd="sng">
            <a:solidFill>
              <a:srgbClr val="0152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750" tIns="64750" rIns="64750" bIns="64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91"/>
          </a:p>
        </p:txBody>
      </p:sp>
      <p:sp>
        <p:nvSpPr>
          <p:cNvPr id="21" name="Google Shape;86;p15">
            <a:extLst>
              <a:ext uri="{FF2B5EF4-FFF2-40B4-BE49-F238E27FC236}">
                <a16:creationId xmlns:a16="http://schemas.microsoft.com/office/drawing/2014/main" id="{210361C2-94AE-8623-342C-4C317C21DD1E}"/>
              </a:ext>
            </a:extLst>
          </p:cNvPr>
          <p:cNvSpPr/>
          <p:nvPr/>
        </p:nvSpPr>
        <p:spPr>
          <a:xfrm>
            <a:off x="6690309" y="1864800"/>
            <a:ext cx="630600" cy="5991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B201"/>
          </a:solidFill>
          <a:ln>
            <a:noFill/>
          </a:ln>
        </p:spPr>
        <p:txBody>
          <a:bodyPr spcFirstLastPara="1" wrap="square" lIns="64750" tIns="64750" rIns="64750" bIns="647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91"/>
          </a:p>
        </p:txBody>
      </p:sp>
      <p:sp>
        <p:nvSpPr>
          <p:cNvPr id="22" name="Google Shape;87;p15">
            <a:extLst>
              <a:ext uri="{FF2B5EF4-FFF2-40B4-BE49-F238E27FC236}">
                <a16:creationId xmlns:a16="http://schemas.microsoft.com/office/drawing/2014/main" id="{ED5D2CFC-56FE-4C85-6920-B9C0E3E75C35}"/>
              </a:ext>
            </a:extLst>
          </p:cNvPr>
          <p:cNvSpPr txBox="1"/>
          <p:nvPr/>
        </p:nvSpPr>
        <p:spPr>
          <a:xfrm>
            <a:off x="6825279" y="1864807"/>
            <a:ext cx="3618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50" tIns="32375" rIns="64750" bIns="323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250"/>
              <a:buFont typeface="Calibri"/>
              <a:buNone/>
            </a:pPr>
            <a:r>
              <a:rPr lang="es" sz="42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91">
              <a:solidFill>
                <a:srgbClr val="FFFFFF"/>
              </a:solidFill>
            </a:endParaRPr>
          </a:p>
        </p:txBody>
      </p:sp>
      <p:sp>
        <p:nvSpPr>
          <p:cNvPr id="23" name="Google Shape;88;p15">
            <a:extLst>
              <a:ext uri="{FF2B5EF4-FFF2-40B4-BE49-F238E27FC236}">
                <a16:creationId xmlns:a16="http://schemas.microsoft.com/office/drawing/2014/main" id="{975A7BEA-CECC-0E40-F1C3-1F88E9185097}"/>
              </a:ext>
            </a:extLst>
          </p:cNvPr>
          <p:cNvSpPr txBox="1"/>
          <p:nvPr/>
        </p:nvSpPr>
        <p:spPr>
          <a:xfrm>
            <a:off x="7125200" y="2891501"/>
            <a:ext cx="11976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750" tIns="32375" rIns="64750" bIns="323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75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Lorem ipsum dolor sit amet Lorem ipsum dolor sit amet</a:t>
            </a:r>
            <a:endParaRPr sz="1275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5684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941D20-8802-E337-E90B-E388CDA93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TEXTO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A6C97B-3560-F2D2-F013-F9BC87FEA9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CO" dirty="0" err="1"/>
              <a:t>Lorem</a:t>
            </a:r>
            <a:r>
              <a:rPr lang="es-CO" dirty="0"/>
              <a:t> </a:t>
            </a:r>
            <a:r>
              <a:rPr lang="es-CO" dirty="0" err="1"/>
              <a:t>ipsum</a:t>
            </a:r>
            <a:r>
              <a:rPr lang="es-CO" dirty="0"/>
              <a:t> dolor </a:t>
            </a:r>
            <a:r>
              <a:rPr lang="es-CO" dirty="0" err="1"/>
              <a:t>sit</a:t>
            </a:r>
            <a:r>
              <a:rPr lang="es-CO" dirty="0"/>
              <a:t> </a:t>
            </a:r>
            <a:r>
              <a:rPr lang="es-CO" dirty="0" err="1"/>
              <a:t>amet</a:t>
            </a:r>
            <a:r>
              <a:rPr lang="es-CO" dirty="0"/>
              <a:t>, </a:t>
            </a:r>
            <a:r>
              <a:rPr lang="es-CO" dirty="0" err="1"/>
              <a:t>consectetuer</a:t>
            </a:r>
            <a:r>
              <a:rPr lang="es-CO" dirty="0"/>
              <a:t> </a:t>
            </a:r>
            <a:r>
              <a:rPr lang="es-CO" dirty="0" err="1"/>
              <a:t>adipiscing</a:t>
            </a:r>
            <a:r>
              <a:rPr lang="es-CO" dirty="0"/>
              <a:t> </a:t>
            </a:r>
            <a:r>
              <a:rPr lang="es-CO" dirty="0" err="1"/>
              <a:t>elit</a:t>
            </a:r>
            <a:r>
              <a:rPr lang="es-CO" dirty="0"/>
              <a:t>, sed </a:t>
            </a:r>
            <a:r>
              <a:rPr lang="es-CO" dirty="0" err="1"/>
              <a:t>diam</a:t>
            </a:r>
            <a:r>
              <a:rPr lang="es-CO" dirty="0"/>
              <a:t> </a:t>
            </a:r>
            <a:r>
              <a:rPr lang="es-CO" dirty="0" err="1"/>
              <a:t>nonummy</a:t>
            </a:r>
            <a:r>
              <a:rPr lang="es-CO" dirty="0"/>
              <a:t> </a:t>
            </a:r>
            <a:r>
              <a:rPr lang="es-CO" dirty="0" err="1"/>
              <a:t>nibh</a:t>
            </a:r>
            <a:r>
              <a:rPr lang="es-CO" dirty="0"/>
              <a:t> </a:t>
            </a:r>
            <a:r>
              <a:rPr lang="es-CO" dirty="0" err="1"/>
              <a:t>euismod</a:t>
            </a:r>
            <a:r>
              <a:rPr lang="es-CO" dirty="0"/>
              <a:t> </a:t>
            </a:r>
            <a:r>
              <a:rPr lang="es-CO" dirty="0" err="1"/>
              <a:t>tincidunt</a:t>
            </a:r>
            <a:r>
              <a:rPr lang="es-CO" dirty="0"/>
              <a:t> ut </a:t>
            </a:r>
            <a:r>
              <a:rPr lang="es-CO" dirty="0" err="1"/>
              <a:t>laoreet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magna </a:t>
            </a:r>
            <a:r>
              <a:rPr lang="es-CO" dirty="0" err="1"/>
              <a:t>aliquam</a:t>
            </a:r>
            <a:r>
              <a:rPr lang="es-CO" dirty="0"/>
              <a:t> </a:t>
            </a:r>
            <a:r>
              <a:rPr lang="es-CO" dirty="0" err="1"/>
              <a:t>erat</a:t>
            </a:r>
            <a:r>
              <a:rPr lang="es-CO" dirty="0"/>
              <a:t> </a:t>
            </a:r>
            <a:r>
              <a:rPr lang="es-CO" dirty="0" err="1"/>
              <a:t>volutpat</a:t>
            </a:r>
            <a:r>
              <a:rPr lang="es-CO" dirty="0"/>
              <a:t>. Ut </a:t>
            </a:r>
            <a:r>
              <a:rPr lang="es-CO" dirty="0" err="1"/>
              <a:t>wisi</a:t>
            </a:r>
            <a:r>
              <a:rPr lang="es-CO" dirty="0"/>
              <a:t> </a:t>
            </a:r>
            <a:r>
              <a:rPr lang="es-CO" dirty="0" err="1"/>
              <a:t>enim</a:t>
            </a:r>
            <a:r>
              <a:rPr lang="es-CO" dirty="0"/>
              <a:t> ad </a:t>
            </a:r>
            <a:r>
              <a:rPr lang="es-CO" dirty="0" err="1"/>
              <a:t>minim</a:t>
            </a:r>
            <a:r>
              <a:rPr lang="es-CO" dirty="0"/>
              <a:t> </a:t>
            </a:r>
            <a:r>
              <a:rPr lang="es-CO" dirty="0" err="1"/>
              <a:t>veniam</a:t>
            </a:r>
            <a:r>
              <a:rPr lang="es-CO" dirty="0"/>
              <a:t>, quis </a:t>
            </a:r>
            <a:r>
              <a:rPr lang="es-CO" dirty="0" err="1"/>
              <a:t>nostrud</a:t>
            </a:r>
            <a:r>
              <a:rPr lang="es-CO" dirty="0"/>
              <a:t> </a:t>
            </a:r>
            <a:r>
              <a:rPr lang="es-CO" dirty="0" err="1"/>
              <a:t>exerci</a:t>
            </a:r>
            <a:r>
              <a:rPr lang="es-CO" dirty="0"/>
              <a:t> </a:t>
            </a:r>
            <a:r>
              <a:rPr lang="es-CO" dirty="0" err="1"/>
              <a:t>tation</a:t>
            </a:r>
            <a:r>
              <a:rPr lang="es-CO" dirty="0"/>
              <a:t> </a:t>
            </a:r>
            <a:r>
              <a:rPr lang="es-CO" dirty="0" err="1"/>
              <a:t>ullamcorper</a:t>
            </a:r>
            <a:r>
              <a:rPr lang="es-CO" dirty="0"/>
              <a:t> </a:t>
            </a:r>
            <a:r>
              <a:rPr lang="es-CO" dirty="0" err="1"/>
              <a:t>suscipit</a:t>
            </a:r>
            <a:r>
              <a:rPr lang="es-CO" dirty="0"/>
              <a:t> </a:t>
            </a:r>
            <a:r>
              <a:rPr lang="es-CO" dirty="0" err="1"/>
              <a:t>lobortis</a:t>
            </a:r>
            <a:r>
              <a:rPr lang="es-CO" dirty="0"/>
              <a:t> </a:t>
            </a:r>
            <a:r>
              <a:rPr lang="es-CO" dirty="0" err="1"/>
              <a:t>nisl</a:t>
            </a:r>
            <a:r>
              <a:rPr lang="es-CO" dirty="0"/>
              <a:t> ut </a:t>
            </a:r>
            <a:r>
              <a:rPr lang="es-CO" dirty="0" err="1"/>
              <a:t>aliquip</a:t>
            </a:r>
            <a:r>
              <a:rPr lang="es-CO" dirty="0"/>
              <a:t> ex </a:t>
            </a:r>
            <a:r>
              <a:rPr lang="es-CO" dirty="0" err="1"/>
              <a:t>ea</a:t>
            </a:r>
            <a:r>
              <a:rPr lang="es-CO" dirty="0"/>
              <a:t> commodo </a:t>
            </a:r>
            <a:r>
              <a:rPr lang="es-CO" dirty="0" err="1"/>
              <a:t>consequat</a:t>
            </a:r>
            <a:r>
              <a:rPr lang="es-CO" dirty="0"/>
              <a:t>.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autem</a:t>
            </a:r>
            <a:r>
              <a:rPr lang="es-CO" dirty="0"/>
              <a:t>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eum</a:t>
            </a:r>
            <a:r>
              <a:rPr lang="es-CO" dirty="0"/>
              <a:t> </a:t>
            </a:r>
            <a:r>
              <a:rPr lang="es-CO" dirty="0" err="1"/>
              <a:t>iriure</a:t>
            </a:r>
            <a:r>
              <a:rPr lang="es-CO" dirty="0"/>
              <a:t> dolor in </a:t>
            </a:r>
            <a:r>
              <a:rPr lang="es-CO" dirty="0" err="1"/>
              <a:t>hendrerit</a:t>
            </a:r>
            <a:r>
              <a:rPr lang="es-CO" dirty="0"/>
              <a:t> in </a:t>
            </a:r>
            <a:r>
              <a:rPr lang="es-CO" dirty="0" err="1"/>
              <a:t>vulputate</a:t>
            </a:r>
            <a:r>
              <a:rPr lang="es-CO" dirty="0"/>
              <a:t> </a:t>
            </a:r>
            <a:r>
              <a:rPr lang="es-CO" dirty="0" err="1"/>
              <a:t>velit</a:t>
            </a:r>
            <a:r>
              <a:rPr lang="es-CO" dirty="0"/>
              <a:t> </a:t>
            </a:r>
            <a:r>
              <a:rPr lang="es-CO" dirty="0" err="1"/>
              <a:t>esse</a:t>
            </a:r>
            <a:r>
              <a:rPr lang="es-CO" dirty="0"/>
              <a:t> </a:t>
            </a:r>
            <a:r>
              <a:rPr lang="es-CO" dirty="0" err="1"/>
              <a:t>molestie</a:t>
            </a:r>
            <a:r>
              <a:rPr lang="es-CO" dirty="0"/>
              <a:t> </a:t>
            </a:r>
            <a:r>
              <a:rPr lang="es-CO" dirty="0" err="1"/>
              <a:t>consequat</a:t>
            </a:r>
            <a:r>
              <a:rPr lang="es-CO" dirty="0"/>
              <a:t>,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illum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</a:t>
            </a:r>
            <a:r>
              <a:rPr lang="es-CO" dirty="0" err="1"/>
              <a:t>eu</a:t>
            </a:r>
            <a:r>
              <a:rPr lang="es-CO" dirty="0"/>
              <a:t> </a:t>
            </a:r>
            <a:r>
              <a:rPr lang="es-CO" dirty="0" err="1"/>
              <a:t>feugiat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facilisis</a:t>
            </a:r>
            <a:r>
              <a:rPr lang="es-CO" dirty="0"/>
              <a:t> at vero eros et </a:t>
            </a:r>
            <a:r>
              <a:rPr lang="es-CO" dirty="0" err="1"/>
              <a:t>accumsan</a:t>
            </a:r>
            <a:r>
              <a:rPr lang="es-CO" dirty="0"/>
              <a:t> et </a:t>
            </a:r>
            <a:r>
              <a:rPr lang="es-CO" dirty="0" err="1"/>
              <a:t>iusto</a:t>
            </a:r>
            <a:r>
              <a:rPr lang="es-CO" dirty="0"/>
              <a:t> odio </a:t>
            </a:r>
            <a:r>
              <a:rPr lang="es-CO" dirty="0" err="1"/>
              <a:t>dignissim</a:t>
            </a:r>
            <a:r>
              <a:rPr lang="es-CO" dirty="0"/>
              <a:t> qui </a:t>
            </a:r>
            <a:r>
              <a:rPr lang="es-CO" dirty="0" err="1"/>
              <a:t>blandit</a:t>
            </a:r>
            <a:r>
              <a:rPr lang="es-CO" dirty="0"/>
              <a:t> </a:t>
            </a:r>
            <a:r>
              <a:rPr lang="es-CO" dirty="0" err="1"/>
              <a:t>praesent</a:t>
            </a:r>
            <a:r>
              <a:rPr lang="es-CO" dirty="0"/>
              <a:t> </a:t>
            </a:r>
            <a:r>
              <a:rPr lang="es-CO" dirty="0" err="1"/>
              <a:t>luptatum</a:t>
            </a:r>
            <a:r>
              <a:rPr lang="es-CO" dirty="0"/>
              <a:t> </a:t>
            </a:r>
            <a:r>
              <a:rPr lang="es-CO" dirty="0" err="1"/>
              <a:t>zzril</a:t>
            </a:r>
            <a:r>
              <a:rPr lang="es-CO" dirty="0"/>
              <a:t> </a:t>
            </a:r>
            <a:r>
              <a:rPr lang="es-CO" dirty="0" err="1"/>
              <a:t>delenit</a:t>
            </a:r>
            <a:r>
              <a:rPr lang="es-CO" dirty="0"/>
              <a:t> </a:t>
            </a:r>
            <a:r>
              <a:rPr lang="es-CO" dirty="0" err="1"/>
              <a:t>augue</a:t>
            </a:r>
            <a:r>
              <a:rPr lang="es-CO" dirty="0"/>
              <a:t>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te </a:t>
            </a:r>
            <a:r>
              <a:rPr lang="es-CO" dirty="0" err="1"/>
              <a:t>feugait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</a:t>
            </a:r>
            <a:r>
              <a:rPr lang="es-CO" dirty="0"/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40815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E24452A-43DD-5A50-26C5-5B7A19F9C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TEXTO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3797C6-5824-6358-4E99-F5B2F5AD9B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463" y="1152525"/>
            <a:ext cx="3635375" cy="3124200"/>
          </a:xfrm>
        </p:spPr>
        <p:txBody>
          <a:bodyPr>
            <a:normAutofit fontScale="77500" lnSpcReduction="20000"/>
          </a:bodyPr>
          <a:lstStyle/>
          <a:p>
            <a:r>
              <a:rPr lang="es-CO" dirty="0" err="1"/>
              <a:t>Lorem</a:t>
            </a:r>
            <a:r>
              <a:rPr lang="es-CO" dirty="0"/>
              <a:t> </a:t>
            </a:r>
            <a:r>
              <a:rPr lang="es-CO" dirty="0" err="1"/>
              <a:t>ipsum</a:t>
            </a:r>
            <a:r>
              <a:rPr lang="es-CO" dirty="0"/>
              <a:t> dolor </a:t>
            </a:r>
            <a:r>
              <a:rPr lang="es-CO" dirty="0" err="1"/>
              <a:t>sit</a:t>
            </a:r>
            <a:r>
              <a:rPr lang="es-CO" dirty="0"/>
              <a:t> </a:t>
            </a:r>
            <a:r>
              <a:rPr lang="es-CO" dirty="0" err="1"/>
              <a:t>amet</a:t>
            </a:r>
            <a:r>
              <a:rPr lang="es-CO" dirty="0"/>
              <a:t>, </a:t>
            </a:r>
            <a:r>
              <a:rPr lang="es-CO" dirty="0" err="1"/>
              <a:t>consectetuer</a:t>
            </a:r>
            <a:r>
              <a:rPr lang="es-CO" dirty="0"/>
              <a:t> </a:t>
            </a:r>
            <a:r>
              <a:rPr lang="es-CO" dirty="0" err="1"/>
              <a:t>adipiscing</a:t>
            </a:r>
            <a:r>
              <a:rPr lang="es-CO" dirty="0"/>
              <a:t> </a:t>
            </a:r>
            <a:r>
              <a:rPr lang="es-CO" dirty="0" err="1"/>
              <a:t>elit</a:t>
            </a:r>
            <a:r>
              <a:rPr lang="es-CO" dirty="0"/>
              <a:t>, sed </a:t>
            </a:r>
            <a:r>
              <a:rPr lang="es-CO" dirty="0" err="1"/>
              <a:t>diam</a:t>
            </a:r>
            <a:r>
              <a:rPr lang="es-CO" dirty="0"/>
              <a:t> </a:t>
            </a:r>
            <a:r>
              <a:rPr lang="es-CO" dirty="0" err="1"/>
              <a:t>nonummy</a:t>
            </a:r>
            <a:r>
              <a:rPr lang="es-CO" dirty="0"/>
              <a:t> </a:t>
            </a:r>
            <a:r>
              <a:rPr lang="es-CO" dirty="0" err="1"/>
              <a:t>nibh</a:t>
            </a:r>
            <a:r>
              <a:rPr lang="es-CO" dirty="0"/>
              <a:t> </a:t>
            </a:r>
            <a:r>
              <a:rPr lang="es-CO" dirty="0" err="1"/>
              <a:t>euismod</a:t>
            </a:r>
            <a:r>
              <a:rPr lang="es-CO" dirty="0"/>
              <a:t> </a:t>
            </a:r>
            <a:r>
              <a:rPr lang="es-CO" dirty="0" err="1"/>
              <a:t>tincidunt</a:t>
            </a:r>
            <a:r>
              <a:rPr lang="es-CO" dirty="0"/>
              <a:t> ut </a:t>
            </a:r>
            <a:r>
              <a:rPr lang="es-CO" dirty="0" err="1"/>
              <a:t>laoreet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magna </a:t>
            </a:r>
            <a:r>
              <a:rPr lang="es-CO" dirty="0" err="1"/>
              <a:t>aliquam</a:t>
            </a:r>
            <a:r>
              <a:rPr lang="es-CO" dirty="0"/>
              <a:t> </a:t>
            </a:r>
            <a:r>
              <a:rPr lang="es-CO" dirty="0" err="1"/>
              <a:t>erat</a:t>
            </a:r>
            <a:r>
              <a:rPr lang="es-CO" dirty="0"/>
              <a:t> </a:t>
            </a:r>
            <a:r>
              <a:rPr lang="es-CO" dirty="0" err="1"/>
              <a:t>volutpat</a:t>
            </a:r>
            <a:r>
              <a:rPr lang="es-CO" dirty="0"/>
              <a:t>. Ut </a:t>
            </a:r>
            <a:r>
              <a:rPr lang="es-CO" dirty="0" err="1"/>
              <a:t>wisi</a:t>
            </a:r>
            <a:r>
              <a:rPr lang="es-CO" dirty="0"/>
              <a:t> </a:t>
            </a:r>
            <a:r>
              <a:rPr lang="es-CO" dirty="0" err="1"/>
              <a:t>enim</a:t>
            </a:r>
            <a:r>
              <a:rPr lang="es-CO" dirty="0"/>
              <a:t> ad </a:t>
            </a:r>
            <a:r>
              <a:rPr lang="es-CO" dirty="0" err="1"/>
              <a:t>minim</a:t>
            </a:r>
            <a:r>
              <a:rPr lang="es-CO" dirty="0"/>
              <a:t> </a:t>
            </a:r>
            <a:r>
              <a:rPr lang="es-CO" dirty="0" err="1"/>
              <a:t>veniam</a:t>
            </a:r>
            <a:r>
              <a:rPr lang="es-CO" dirty="0"/>
              <a:t>, quis </a:t>
            </a:r>
            <a:r>
              <a:rPr lang="es-CO" dirty="0" err="1"/>
              <a:t>nostrud</a:t>
            </a:r>
            <a:r>
              <a:rPr lang="es-CO" dirty="0"/>
              <a:t> </a:t>
            </a:r>
            <a:r>
              <a:rPr lang="es-CO" dirty="0" err="1"/>
              <a:t>exerci</a:t>
            </a:r>
            <a:r>
              <a:rPr lang="es-CO" dirty="0"/>
              <a:t> </a:t>
            </a:r>
            <a:r>
              <a:rPr lang="es-CO" dirty="0" err="1"/>
              <a:t>tation</a:t>
            </a:r>
            <a:r>
              <a:rPr lang="es-CO" dirty="0"/>
              <a:t> </a:t>
            </a:r>
            <a:r>
              <a:rPr lang="es-CO" dirty="0" err="1"/>
              <a:t>ullamcorper</a:t>
            </a:r>
            <a:r>
              <a:rPr lang="es-CO" dirty="0"/>
              <a:t> </a:t>
            </a:r>
            <a:r>
              <a:rPr lang="es-CO" dirty="0" err="1"/>
              <a:t>suscipit</a:t>
            </a:r>
            <a:r>
              <a:rPr lang="es-CO" dirty="0"/>
              <a:t> </a:t>
            </a:r>
            <a:r>
              <a:rPr lang="es-CO" dirty="0" err="1"/>
              <a:t>lobortis</a:t>
            </a:r>
            <a:r>
              <a:rPr lang="es-CO" dirty="0"/>
              <a:t> </a:t>
            </a:r>
            <a:r>
              <a:rPr lang="es-CO" dirty="0" err="1"/>
              <a:t>nisl</a:t>
            </a:r>
            <a:r>
              <a:rPr lang="es-CO" dirty="0"/>
              <a:t> ut </a:t>
            </a:r>
            <a:r>
              <a:rPr lang="es-CO" dirty="0" err="1"/>
              <a:t>aliquip</a:t>
            </a:r>
            <a:r>
              <a:rPr lang="es-CO" dirty="0"/>
              <a:t> ex </a:t>
            </a:r>
            <a:r>
              <a:rPr lang="es-CO" dirty="0" err="1"/>
              <a:t>ea</a:t>
            </a:r>
            <a:r>
              <a:rPr lang="es-CO" dirty="0"/>
              <a:t> commodo </a:t>
            </a:r>
            <a:r>
              <a:rPr lang="es-CO" dirty="0" err="1"/>
              <a:t>consequat</a:t>
            </a:r>
            <a:r>
              <a:rPr lang="es-CO" dirty="0"/>
              <a:t>.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autem</a:t>
            </a:r>
            <a:r>
              <a:rPr lang="es-CO" dirty="0"/>
              <a:t>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eum</a:t>
            </a:r>
            <a:r>
              <a:rPr lang="es-CO" dirty="0"/>
              <a:t> </a:t>
            </a:r>
            <a:r>
              <a:rPr lang="es-CO" dirty="0" err="1"/>
              <a:t>iriure</a:t>
            </a:r>
            <a:r>
              <a:rPr lang="es-CO" dirty="0"/>
              <a:t> dolor in </a:t>
            </a:r>
            <a:r>
              <a:rPr lang="es-CO" dirty="0" err="1"/>
              <a:t>hendrerit</a:t>
            </a:r>
            <a:r>
              <a:rPr lang="es-CO" dirty="0"/>
              <a:t> in </a:t>
            </a:r>
            <a:r>
              <a:rPr lang="es-CO" dirty="0" err="1"/>
              <a:t>vulputate</a:t>
            </a:r>
            <a:r>
              <a:rPr lang="es-CO" dirty="0"/>
              <a:t> </a:t>
            </a:r>
            <a:r>
              <a:rPr lang="es-CO" dirty="0" err="1"/>
              <a:t>velit</a:t>
            </a:r>
            <a:r>
              <a:rPr lang="es-CO" dirty="0"/>
              <a:t> </a:t>
            </a:r>
            <a:r>
              <a:rPr lang="es-CO" dirty="0" err="1"/>
              <a:t>esse</a:t>
            </a:r>
            <a:r>
              <a:rPr lang="es-CO" dirty="0"/>
              <a:t> </a:t>
            </a:r>
            <a:r>
              <a:rPr lang="es-CO" dirty="0" err="1"/>
              <a:t>molestie</a:t>
            </a:r>
            <a:r>
              <a:rPr lang="es-CO" dirty="0"/>
              <a:t> </a:t>
            </a:r>
            <a:r>
              <a:rPr lang="es-CO" dirty="0" err="1"/>
              <a:t>consequat</a:t>
            </a:r>
            <a:r>
              <a:rPr lang="es-CO" dirty="0"/>
              <a:t>,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illum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</a:t>
            </a:r>
            <a:r>
              <a:rPr lang="es-CO" dirty="0" err="1"/>
              <a:t>eu</a:t>
            </a:r>
            <a:r>
              <a:rPr lang="es-CO" dirty="0"/>
              <a:t> </a:t>
            </a:r>
            <a:r>
              <a:rPr lang="es-CO" dirty="0" err="1"/>
              <a:t>feugiat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facilisis</a:t>
            </a:r>
            <a:r>
              <a:rPr lang="es-CO" dirty="0"/>
              <a:t> at vero eros et </a:t>
            </a:r>
            <a:r>
              <a:rPr lang="es-CO" dirty="0" err="1"/>
              <a:t>accumsan</a:t>
            </a:r>
            <a:r>
              <a:rPr lang="es-CO" dirty="0"/>
              <a:t> et </a:t>
            </a:r>
            <a:r>
              <a:rPr lang="es-CO" dirty="0" err="1"/>
              <a:t>iusto</a:t>
            </a:r>
            <a:r>
              <a:rPr lang="es-CO" dirty="0"/>
              <a:t> odio </a:t>
            </a:r>
            <a:r>
              <a:rPr lang="es-CO" dirty="0" err="1"/>
              <a:t>dignissim</a:t>
            </a:r>
            <a:r>
              <a:rPr lang="es-CO" dirty="0"/>
              <a:t> qui </a:t>
            </a:r>
            <a:r>
              <a:rPr lang="es-CO" dirty="0" err="1"/>
              <a:t>blandit</a:t>
            </a:r>
            <a:r>
              <a:rPr lang="es-CO" dirty="0"/>
              <a:t> </a:t>
            </a:r>
            <a:r>
              <a:rPr lang="es-CO" dirty="0" err="1"/>
              <a:t>praesent</a:t>
            </a:r>
            <a:r>
              <a:rPr lang="es-CO" dirty="0"/>
              <a:t> </a:t>
            </a:r>
            <a:r>
              <a:rPr lang="es-CO" dirty="0" err="1"/>
              <a:t>luptatum</a:t>
            </a:r>
            <a:r>
              <a:rPr lang="es-CO" dirty="0"/>
              <a:t> </a:t>
            </a:r>
            <a:r>
              <a:rPr lang="es-CO" dirty="0" err="1"/>
              <a:t>zzril</a:t>
            </a:r>
            <a:r>
              <a:rPr lang="es-CO" dirty="0"/>
              <a:t> </a:t>
            </a:r>
            <a:r>
              <a:rPr lang="es-CO" dirty="0" err="1"/>
              <a:t>delenit</a:t>
            </a:r>
            <a:r>
              <a:rPr lang="es-CO" dirty="0"/>
              <a:t> </a:t>
            </a:r>
            <a:r>
              <a:rPr lang="es-CO" dirty="0" err="1"/>
              <a:t>augue</a:t>
            </a:r>
            <a:r>
              <a:rPr lang="es-CO" dirty="0"/>
              <a:t>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te </a:t>
            </a:r>
            <a:r>
              <a:rPr lang="es-CO" dirty="0" err="1"/>
              <a:t>feugait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</a:t>
            </a:r>
            <a:r>
              <a:rPr lang="es-CO" dirty="0"/>
              <a:t>.</a:t>
            </a:r>
          </a:p>
          <a:p>
            <a:endParaRPr lang="es-CO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CCA63B-7657-5640-E75C-55ACA900C8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3488" y="1152525"/>
            <a:ext cx="3635375" cy="3124200"/>
          </a:xfrm>
        </p:spPr>
        <p:txBody>
          <a:bodyPr>
            <a:normAutofit fontScale="77500" lnSpcReduction="20000"/>
          </a:bodyPr>
          <a:lstStyle/>
          <a:p>
            <a:r>
              <a:rPr lang="es-CO" dirty="0" err="1"/>
              <a:t>Lorem</a:t>
            </a:r>
            <a:r>
              <a:rPr lang="es-CO" dirty="0"/>
              <a:t> </a:t>
            </a:r>
            <a:r>
              <a:rPr lang="es-CO" dirty="0" err="1"/>
              <a:t>ipsum</a:t>
            </a:r>
            <a:r>
              <a:rPr lang="es-CO" dirty="0"/>
              <a:t> dolor </a:t>
            </a:r>
            <a:r>
              <a:rPr lang="es-CO" dirty="0" err="1"/>
              <a:t>sit</a:t>
            </a:r>
            <a:r>
              <a:rPr lang="es-CO" dirty="0"/>
              <a:t> </a:t>
            </a:r>
            <a:r>
              <a:rPr lang="es-CO" dirty="0" err="1"/>
              <a:t>amet</a:t>
            </a:r>
            <a:r>
              <a:rPr lang="es-CO" dirty="0"/>
              <a:t>, </a:t>
            </a:r>
            <a:r>
              <a:rPr lang="es-CO" dirty="0" err="1"/>
              <a:t>consectetuer</a:t>
            </a:r>
            <a:r>
              <a:rPr lang="es-CO" dirty="0"/>
              <a:t> </a:t>
            </a:r>
            <a:r>
              <a:rPr lang="es-CO" dirty="0" err="1"/>
              <a:t>adipiscing</a:t>
            </a:r>
            <a:r>
              <a:rPr lang="es-CO" dirty="0"/>
              <a:t> </a:t>
            </a:r>
            <a:r>
              <a:rPr lang="es-CO" dirty="0" err="1"/>
              <a:t>elit</a:t>
            </a:r>
            <a:r>
              <a:rPr lang="es-CO" dirty="0"/>
              <a:t>, sed </a:t>
            </a:r>
            <a:r>
              <a:rPr lang="es-CO" dirty="0" err="1"/>
              <a:t>diam</a:t>
            </a:r>
            <a:r>
              <a:rPr lang="es-CO" dirty="0"/>
              <a:t> </a:t>
            </a:r>
            <a:r>
              <a:rPr lang="es-CO" dirty="0" err="1"/>
              <a:t>nonummy</a:t>
            </a:r>
            <a:r>
              <a:rPr lang="es-CO" dirty="0"/>
              <a:t> </a:t>
            </a:r>
            <a:r>
              <a:rPr lang="es-CO" dirty="0" err="1"/>
              <a:t>nibh</a:t>
            </a:r>
            <a:r>
              <a:rPr lang="es-CO" dirty="0"/>
              <a:t> </a:t>
            </a:r>
            <a:r>
              <a:rPr lang="es-CO" dirty="0" err="1"/>
              <a:t>euismod</a:t>
            </a:r>
            <a:r>
              <a:rPr lang="es-CO" dirty="0"/>
              <a:t> </a:t>
            </a:r>
            <a:r>
              <a:rPr lang="es-CO" dirty="0" err="1"/>
              <a:t>tincidunt</a:t>
            </a:r>
            <a:r>
              <a:rPr lang="es-CO" dirty="0"/>
              <a:t> ut </a:t>
            </a:r>
            <a:r>
              <a:rPr lang="es-CO" dirty="0" err="1"/>
              <a:t>laoreet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magna </a:t>
            </a:r>
            <a:r>
              <a:rPr lang="es-CO" dirty="0" err="1"/>
              <a:t>aliquam</a:t>
            </a:r>
            <a:r>
              <a:rPr lang="es-CO" dirty="0"/>
              <a:t> </a:t>
            </a:r>
            <a:r>
              <a:rPr lang="es-CO" dirty="0" err="1"/>
              <a:t>erat</a:t>
            </a:r>
            <a:r>
              <a:rPr lang="es-CO" dirty="0"/>
              <a:t> </a:t>
            </a:r>
            <a:r>
              <a:rPr lang="es-CO" dirty="0" err="1"/>
              <a:t>volutpat</a:t>
            </a:r>
            <a:r>
              <a:rPr lang="es-CO" dirty="0"/>
              <a:t>. Ut </a:t>
            </a:r>
            <a:r>
              <a:rPr lang="es-CO" dirty="0" err="1"/>
              <a:t>wisi</a:t>
            </a:r>
            <a:r>
              <a:rPr lang="es-CO" dirty="0"/>
              <a:t> </a:t>
            </a:r>
            <a:r>
              <a:rPr lang="es-CO" dirty="0" err="1"/>
              <a:t>enim</a:t>
            </a:r>
            <a:r>
              <a:rPr lang="es-CO" dirty="0"/>
              <a:t> ad </a:t>
            </a:r>
            <a:r>
              <a:rPr lang="es-CO" dirty="0" err="1"/>
              <a:t>minim</a:t>
            </a:r>
            <a:r>
              <a:rPr lang="es-CO" dirty="0"/>
              <a:t> </a:t>
            </a:r>
            <a:r>
              <a:rPr lang="es-CO" dirty="0" err="1"/>
              <a:t>veniam</a:t>
            </a:r>
            <a:r>
              <a:rPr lang="es-CO" dirty="0"/>
              <a:t>, quis </a:t>
            </a:r>
            <a:r>
              <a:rPr lang="es-CO" dirty="0" err="1"/>
              <a:t>nostrud</a:t>
            </a:r>
            <a:r>
              <a:rPr lang="es-CO" dirty="0"/>
              <a:t> </a:t>
            </a:r>
            <a:r>
              <a:rPr lang="es-CO" dirty="0" err="1"/>
              <a:t>exerci</a:t>
            </a:r>
            <a:r>
              <a:rPr lang="es-CO" dirty="0"/>
              <a:t> </a:t>
            </a:r>
            <a:r>
              <a:rPr lang="es-CO" dirty="0" err="1"/>
              <a:t>tation</a:t>
            </a:r>
            <a:r>
              <a:rPr lang="es-CO" dirty="0"/>
              <a:t> </a:t>
            </a:r>
            <a:r>
              <a:rPr lang="es-CO" dirty="0" err="1"/>
              <a:t>ullamcorper</a:t>
            </a:r>
            <a:r>
              <a:rPr lang="es-CO" dirty="0"/>
              <a:t> </a:t>
            </a:r>
            <a:r>
              <a:rPr lang="es-CO" dirty="0" err="1"/>
              <a:t>suscipit</a:t>
            </a:r>
            <a:r>
              <a:rPr lang="es-CO" dirty="0"/>
              <a:t> </a:t>
            </a:r>
            <a:r>
              <a:rPr lang="es-CO" dirty="0" err="1"/>
              <a:t>lobortis</a:t>
            </a:r>
            <a:r>
              <a:rPr lang="es-CO" dirty="0"/>
              <a:t> </a:t>
            </a:r>
            <a:r>
              <a:rPr lang="es-CO" dirty="0" err="1"/>
              <a:t>nisl</a:t>
            </a:r>
            <a:r>
              <a:rPr lang="es-CO" dirty="0"/>
              <a:t> ut </a:t>
            </a:r>
            <a:r>
              <a:rPr lang="es-CO" dirty="0" err="1"/>
              <a:t>aliquip</a:t>
            </a:r>
            <a:r>
              <a:rPr lang="es-CO" dirty="0"/>
              <a:t> ex </a:t>
            </a:r>
            <a:r>
              <a:rPr lang="es-CO" dirty="0" err="1"/>
              <a:t>ea</a:t>
            </a:r>
            <a:r>
              <a:rPr lang="es-CO" dirty="0"/>
              <a:t> commodo </a:t>
            </a:r>
            <a:r>
              <a:rPr lang="es-CO" dirty="0" err="1"/>
              <a:t>consequat</a:t>
            </a:r>
            <a:r>
              <a:rPr lang="es-CO" dirty="0"/>
              <a:t>.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autem</a:t>
            </a:r>
            <a:r>
              <a:rPr lang="es-CO" dirty="0"/>
              <a:t>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eum</a:t>
            </a:r>
            <a:r>
              <a:rPr lang="es-CO" dirty="0"/>
              <a:t> </a:t>
            </a:r>
            <a:r>
              <a:rPr lang="es-CO" dirty="0" err="1"/>
              <a:t>iriure</a:t>
            </a:r>
            <a:r>
              <a:rPr lang="es-CO" dirty="0"/>
              <a:t> dolor in </a:t>
            </a:r>
            <a:r>
              <a:rPr lang="es-CO" dirty="0" err="1"/>
              <a:t>hendrerit</a:t>
            </a:r>
            <a:r>
              <a:rPr lang="es-CO" dirty="0"/>
              <a:t> in </a:t>
            </a:r>
            <a:r>
              <a:rPr lang="es-CO" dirty="0" err="1"/>
              <a:t>vulputate</a:t>
            </a:r>
            <a:r>
              <a:rPr lang="es-CO" dirty="0"/>
              <a:t> </a:t>
            </a:r>
            <a:r>
              <a:rPr lang="es-CO" dirty="0" err="1"/>
              <a:t>velit</a:t>
            </a:r>
            <a:r>
              <a:rPr lang="es-CO" dirty="0"/>
              <a:t> </a:t>
            </a:r>
            <a:r>
              <a:rPr lang="es-CO" dirty="0" err="1"/>
              <a:t>esse</a:t>
            </a:r>
            <a:r>
              <a:rPr lang="es-CO" dirty="0"/>
              <a:t> </a:t>
            </a:r>
            <a:r>
              <a:rPr lang="es-CO" dirty="0" err="1"/>
              <a:t>molestie</a:t>
            </a:r>
            <a:r>
              <a:rPr lang="es-CO" dirty="0"/>
              <a:t> </a:t>
            </a:r>
            <a:r>
              <a:rPr lang="es-CO" dirty="0" err="1"/>
              <a:t>consequat</a:t>
            </a:r>
            <a:r>
              <a:rPr lang="es-CO" dirty="0"/>
              <a:t>,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illum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</a:t>
            </a:r>
            <a:r>
              <a:rPr lang="es-CO" dirty="0" err="1"/>
              <a:t>eu</a:t>
            </a:r>
            <a:r>
              <a:rPr lang="es-CO" dirty="0"/>
              <a:t> </a:t>
            </a:r>
            <a:r>
              <a:rPr lang="es-CO" dirty="0" err="1"/>
              <a:t>feugiat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facilisis</a:t>
            </a:r>
            <a:r>
              <a:rPr lang="es-CO" dirty="0"/>
              <a:t> at vero eros et </a:t>
            </a:r>
            <a:r>
              <a:rPr lang="es-CO" dirty="0" err="1"/>
              <a:t>accumsan</a:t>
            </a:r>
            <a:r>
              <a:rPr lang="es-CO" dirty="0"/>
              <a:t> et </a:t>
            </a:r>
            <a:r>
              <a:rPr lang="es-CO" dirty="0" err="1"/>
              <a:t>iusto</a:t>
            </a:r>
            <a:r>
              <a:rPr lang="es-CO" dirty="0"/>
              <a:t> odio </a:t>
            </a:r>
            <a:r>
              <a:rPr lang="es-CO" dirty="0" err="1"/>
              <a:t>dignissim</a:t>
            </a:r>
            <a:r>
              <a:rPr lang="es-CO" dirty="0"/>
              <a:t> qui </a:t>
            </a:r>
            <a:r>
              <a:rPr lang="es-CO" dirty="0" err="1"/>
              <a:t>blandit</a:t>
            </a:r>
            <a:r>
              <a:rPr lang="es-CO" dirty="0"/>
              <a:t> </a:t>
            </a:r>
            <a:r>
              <a:rPr lang="es-CO" dirty="0" err="1"/>
              <a:t>praesent</a:t>
            </a:r>
            <a:r>
              <a:rPr lang="es-CO" dirty="0"/>
              <a:t> </a:t>
            </a:r>
            <a:r>
              <a:rPr lang="es-CO" dirty="0" err="1"/>
              <a:t>luptatum</a:t>
            </a:r>
            <a:r>
              <a:rPr lang="es-CO" dirty="0"/>
              <a:t> </a:t>
            </a:r>
            <a:r>
              <a:rPr lang="es-CO" dirty="0" err="1"/>
              <a:t>zzril</a:t>
            </a:r>
            <a:r>
              <a:rPr lang="es-CO" dirty="0"/>
              <a:t> </a:t>
            </a:r>
            <a:r>
              <a:rPr lang="es-CO" dirty="0" err="1"/>
              <a:t>delenit</a:t>
            </a:r>
            <a:r>
              <a:rPr lang="es-CO" dirty="0"/>
              <a:t> </a:t>
            </a:r>
            <a:r>
              <a:rPr lang="es-CO" dirty="0" err="1"/>
              <a:t>augue</a:t>
            </a:r>
            <a:r>
              <a:rPr lang="es-CO" dirty="0"/>
              <a:t>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te </a:t>
            </a:r>
            <a:r>
              <a:rPr lang="es-CO" dirty="0" err="1"/>
              <a:t>feugait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</a:t>
            </a:r>
            <a:r>
              <a:rPr lang="es-CO" dirty="0"/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1300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1014A9-0F9E-6841-30A7-D648C4860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00" y="148950"/>
            <a:ext cx="7242458" cy="572700"/>
          </a:xfrm>
        </p:spPr>
        <p:txBody>
          <a:bodyPr>
            <a:normAutofit fontScale="90000"/>
          </a:bodyPr>
          <a:lstStyle/>
          <a:p>
            <a:r>
              <a:rPr lang="es-CO" dirty="0"/>
              <a:t>TEXTO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B97E57-824D-B507-0186-1367F1FD4A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28462" y="1154550"/>
            <a:ext cx="3635375" cy="2874525"/>
          </a:xfrm>
        </p:spPr>
        <p:txBody>
          <a:bodyPr>
            <a:normAutofit fontScale="77500" lnSpcReduction="20000"/>
          </a:bodyPr>
          <a:lstStyle/>
          <a:p>
            <a:r>
              <a:rPr lang="es-CO" dirty="0" err="1"/>
              <a:t>Lorem</a:t>
            </a:r>
            <a:r>
              <a:rPr lang="es-CO" dirty="0"/>
              <a:t> </a:t>
            </a:r>
            <a:r>
              <a:rPr lang="es-CO" dirty="0" err="1"/>
              <a:t>ipsum</a:t>
            </a:r>
            <a:r>
              <a:rPr lang="es-CO" dirty="0"/>
              <a:t> dolor </a:t>
            </a:r>
            <a:r>
              <a:rPr lang="es-CO" dirty="0" err="1"/>
              <a:t>sit</a:t>
            </a:r>
            <a:r>
              <a:rPr lang="es-CO" dirty="0"/>
              <a:t> </a:t>
            </a:r>
            <a:r>
              <a:rPr lang="es-CO" dirty="0" err="1"/>
              <a:t>amet</a:t>
            </a:r>
            <a:r>
              <a:rPr lang="es-CO" dirty="0"/>
              <a:t>, </a:t>
            </a:r>
            <a:r>
              <a:rPr lang="es-CO" dirty="0" err="1"/>
              <a:t>consectetuer</a:t>
            </a:r>
            <a:r>
              <a:rPr lang="es-CO" dirty="0"/>
              <a:t> </a:t>
            </a:r>
            <a:r>
              <a:rPr lang="es-CO" dirty="0" err="1"/>
              <a:t>adipiscing</a:t>
            </a:r>
            <a:r>
              <a:rPr lang="es-CO" dirty="0"/>
              <a:t> </a:t>
            </a:r>
            <a:r>
              <a:rPr lang="es-CO" dirty="0" err="1"/>
              <a:t>elit</a:t>
            </a:r>
            <a:r>
              <a:rPr lang="es-CO" dirty="0"/>
              <a:t>, sed </a:t>
            </a:r>
            <a:r>
              <a:rPr lang="es-CO" dirty="0" err="1"/>
              <a:t>diam</a:t>
            </a:r>
            <a:r>
              <a:rPr lang="es-CO" dirty="0"/>
              <a:t> </a:t>
            </a:r>
            <a:r>
              <a:rPr lang="es-CO" dirty="0" err="1"/>
              <a:t>nonummy</a:t>
            </a:r>
            <a:r>
              <a:rPr lang="es-CO" dirty="0"/>
              <a:t> </a:t>
            </a:r>
            <a:r>
              <a:rPr lang="es-CO" dirty="0" err="1"/>
              <a:t>nibh</a:t>
            </a:r>
            <a:r>
              <a:rPr lang="es-CO" dirty="0"/>
              <a:t> </a:t>
            </a:r>
            <a:r>
              <a:rPr lang="es-CO" dirty="0" err="1"/>
              <a:t>euismod</a:t>
            </a:r>
            <a:r>
              <a:rPr lang="es-CO" dirty="0"/>
              <a:t> </a:t>
            </a:r>
            <a:r>
              <a:rPr lang="es-CO" dirty="0" err="1"/>
              <a:t>tincidunt</a:t>
            </a:r>
            <a:r>
              <a:rPr lang="es-CO" dirty="0"/>
              <a:t> ut </a:t>
            </a:r>
            <a:r>
              <a:rPr lang="es-CO" dirty="0" err="1"/>
              <a:t>laoreet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magna </a:t>
            </a:r>
            <a:r>
              <a:rPr lang="es-CO" dirty="0" err="1"/>
              <a:t>aliquam</a:t>
            </a:r>
            <a:r>
              <a:rPr lang="es-CO" dirty="0"/>
              <a:t> </a:t>
            </a:r>
            <a:r>
              <a:rPr lang="es-CO" dirty="0" err="1"/>
              <a:t>erat</a:t>
            </a:r>
            <a:r>
              <a:rPr lang="es-CO" dirty="0"/>
              <a:t> </a:t>
            </a:r>
            <a:r>
              <a:rPr lang="es-CO" dirty="0" err="1"/>
              <a:t>volutpat</a:t>
            </a:r>
            <a:r>
              <a:rPr lang="es-CO" dirty="0"/>
              <a:t>. Ut </a:t>
            </a:r>
            <a:r>
              <a:rPr lang="es-CO" dirty="0" err="1"/>
              <a:t>wisi</a:t>
            </a:r>
            <a:r>
              <a:rPr lang="es-CO" dirty="0"/>
              <a:t> </a:t>
            </a:r>
            <a:r>
              <a:rPr lang="es-CO" dirty="0" err="1"/>
              <a:t>enim</a:t>
            </a:r>
            <a:r>
              <a:rPr lang="es-CO" dirty="0"/>
              <a:t> ad </a:t>
            </a:r>
            <a:r>
              <a:rPr lang="es-CO" dirty="0" err="1"/>
              <a:t>minim</a:t>
            </a:r>
            <a:r>
              <a:rPr lang="es-CO" dirty="0"/>
              <a:t> </a:t>
            </a:r>
            <a:r>
              <a:rPr lang="es-CO" dirty="0" err="1"/>
              <a:t>veniam</a:t>
            </a:r>
            <a:r>
              <a:rPr lang="es-CO" dirty="0"/>
              <a:t>, quis </a:t>
            </a:r>
            <a:r>
              <a:rPr lang="es-CO" dirty="0" err="1"/>
              <a:t>nostrud</a:t>
            </a:r>
            <a:r>
              <a:rPr lang="es-CO" dirty="0"/>
              <a:t> </a:t>
            </a:r>
            <a:r>
              <a:rPr lang="es-CO" dirty="0" err="1"/>
              <a:t>exerci</a:t>
            </a:r>
            <a:r>
              <a:rPr lang="es-CO" dirty="0"/>
              <a:t> </a:t>
            </a:r>
            <a:r>
              <a:rPr lang="es-CO" dirty="0" err="1"/>
              <a:t>tation</a:t>
            </a:r>
            <a:r>
              <a:rPr lang="es-CO" dirty="0"/>
              <a:t> </a:t>
            </a:r>
            <a:r>
              <a:rPr lang="es-CO" dirty="0" err="1"/>
              <a:t>ullamcorper</a:t>
            </a:r>
            <a:r>
              <a:rPr lang="es-CO" dirty="0"/>
              <a:t> </a:t>
            </a:r>
            <a:r>
              <a:rPr lang="es-CO" dirty="0" err="1"/>
              <a:t>suscipit</a:t>
            </a:r>
            <a:r>
              <a:rPr lang="es-CO" dirty="0"/>
              <a:t> </a:t>
            </a:r>
            <a:r>
              <a:rPr lang="es-CO" dirty="0" err="1"/>
              <a:t>lobortis</a:t>
            </a:r>
            <a:r>
              <a:rPr lang="es-CO" dirty="0"/>
              <a:t> </a:t>
            </a:r>
            <a:r>
              <a:rPr lang="es-CO" dirty="0" err="1"/>
              <a:t>nisl</a:t>
            </a:r>
            <a:r>
              <a:rPr lang="es-CO" dirty="0"/>
              <a:t> ut </a:t>
            </a:r>
            <a:r>
              <a:rPr lang="es-CO" dirty="0" err="1"/>
              <a:t>aliquip</a:t>
            </a:r>
            <a:r>
              <a:rPr lang="es-CO" dirty="0"/>
              <a:t> ex </a:t>
            </a:r>
            <a:r>
              <a:rPr lang="es-CO" dirty="0" err="1"/>
              <a:t>ea</a:t>
            </a:r>
            <a:r>
              <a:rPr lang="es-CO" dirty="0"/>
              <a:t> commodo </a:t>
            </a:r>
            <a:r>
              <a:rPr lang="es-CO" dirty="0" err="1"/>
              <a:t>consequat</a:t>
            </a:r>
            <a:r>
              <a:rPr lang="es-CO" dirty="0"/>
              <a:t>.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autem</a:t>
            </a:r>
            <a:r>
              <a:rPr lang="es-CO" dirty="0"/>
              <a:t>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eum</a:t>
            </a:r>
            <a:r>
              <a:rPr lang="es-CO" dirty="0"/>
              <a:t> </a:t>
            </a:r>
            <a:r>
              <a:rPr lang="es-CO" dirty="0" err="1"/>
              <a:t>iriure</a:t>
            </a:r>
            <a:r>
              <a:rPr lang="es-CO" dirty="0"/>
              <a:t> dolor in </a:t>
            </a:r>
            <a:r>
              <a:rPr lang="es-CO" dirty="0" err="1"/>
              <a:t>hendrerit</a:t>
            </a:r>
            <a:r>
              <a:rPr lang="es-CO" dirty="0"/>
              <a:t> in </a:t>
            </a:r>
            <a:r>
              <a:rPr lang="es-CO" dirty="0" err="1"/>
              <a:t>vulputate</a:t>
            </a:r>
            <a:r>
              <a:rPr lang="es-CO" dirty="0"/>
              <a:t> </a:t>
            </a:r>
            <a:r>
              <a:rPr lang="es-CO" dirty="0" err="1"/>
              <a:t>velit</a:t>
            </a:r>
            <a:r>
              <a:rPr lang="es-CO" dirty="0"/>
              <a:t> </a:t>
            </a:r>
            <a:r>
              <a:rPr lang="es-CO" dirty="0" err="1"/>
              <a:t>esse</a:t>
            </a:r>
            <a:r>
              <a:rPr lang="es-CO" dirty="0"/>
              <a:t> </a:t>
            </a:r>
            <a:r>
              <a:rPr lang="es-CO" dirty="0" err="1"/>
              <a:t>molestie</a:t>
            </a:r>
            <a:r>
              <a:rPr lang="es-CO" dirty="0"/>
              <a:t> </a:t>
            </a:r>
            <a:r>
              <a:rPr lang="es-CO" dirty="0" err="1"/>
              <a:t>consequat</a:t>
            </a:r>
            <a:r>
              <a:rPr lang="es-CO" dirty="0"/>
              <a:t>,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illum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</a:t>
            </a:r>
            <a:r>
              <a:rPr lang="es-CO" dirty="0" err="1"/>
              <a:t>eu</a:t>
            </a:r>
            <a:r>
              <a:rPr lang="es-CO" dirty="0"/>
              <a:t> </a:t>
            </a:r>
            <a:r>
              <a:rPr lang="es-CO" dirty="0" err="1"/>
              <a:t>feugiat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facilisis</a:t>
            </a:r>
            <a:r>
              <a:rPr lang="es-CO" dirty="0"/>
              <a:t> at vero eros et </a:t>
            </a:r>
            <a:r>
              <a:rPr lang="es-CO" dirty="0" err="1"/>
              <a:t>accumsan</a:t>
            </a:r>
            <a:r>
              <a:rPr lang="es-CO" dirty="0"/>
              <a:t> et </a:t>
            </a:r>
            <a:r>
              <a:rPr lang="es-CO" dirty="0" err="1"/>
              <a:t>iusto</a:t>
            </a:r>
            <a:r>
              <a:rPr lang="es-CO" dirty="0"/>
              <a:t> odio </a:t>
            </a:r>
            <a:r>
              <a:rPr lang="es-CO" dirty="0" err="1"/>
              <a:t>dignissim</a:t>
            </a:r>
            <a:r>
              <a:rPr lang="es-CO" dirty="0"/>
              <a:t> qui </a:t>
            </a:r>
            <a:r>
              <a:rPr lang="es-CO" dirty="0" err="1"/>
              <a:t>blandit</a:t>
            </a:r>
            <a:r>
              <a:rPr lang="es-CO" dirty="0"/>
              <a:t> </a:t>
            </a:r>
            <a:r>
              <a:rPr lang="es-CO" dirty="0" err="1"/>
              <a:t>praesent</a:t>
            </a:r>
            <a:r>
              <a:rPr lang="es-CO" dirty="0"/>
              <a:t> </a:t>
            </a:r>
            <a:r>
              <a:rPr lang="es-CO" dirty="0" err="1"/>
              <a:t>luptatum</a:t>
            </a:r>
            <a:r>
              <a:rPr lang="es-CO" dirty="0"/>
              <a:t> </a:t>
            </a:r>
            <a:r>
              <a:rPr lang="es-CO" dirty="0" err="1"/>
              <a:t>zzril</a:t>
            </a:r>
            <a:r>
              <a:rPr lang="es-CO" dirty="0"/>
              <a:t> </a:t>
            </a:r>
            <a:r>
              <a:rPr lang="es-CO" dirty="0" err="1"/>
              <a:t>delenit</a:t>
            </a:r>
            <a:r>
              <a:rPr lang="es-CO" dirty="0"/>
              <a:t> </a:t>
            </a:r>
            <a:r>
              <a:rPr lang="es-CO" dirty="0" err="1"/>
              <a:t>augue</a:t>
            </a:r>
            <a:r>
              <a:rPr lang="es-CO" dirty="0"/>
              <a:t>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te </a:t>
            </a:r>
            <a:r>
              <a:rPr lang="es-CO" dirty="0" err="1"/>
              <a:t>feugait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</a:t>
            </a:r>
            <a:endParaRPr lang="es-CO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B74091-C27E-418C-3A46-8F7110DA2A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463" y="1152525"/>
            <a:ext cx="3635375" cy="2781300"/>
          </a:xfrm>
        </p:spPr>
        <p:txBody>
          <a:bodyPr>
            <a:normAutofit fontScale="70000" lnSpcReduction="20000"/>
          </a:bodyPr>
          <a:lstStyle/>
          <a:p>
            <a:r>
              <a:rPr lang="es-CO" dirty="0" err="1"/>
              <a:t>Lorem</a:t>
            </a:r>
            <a:r>
              <a:rPr lang="es-CO" dirty="0"/>
              <a:t> </a:t>
            </a:r>
            <a:r>
              <a:rPr lang="es-CO" dirty="0" err="1"/>
              <a:t>ipsum</a:t>
            </a:r>
            <a:r>
              <a:rPr lang="es-CO" dirty="0"/>
              <a:t> dolor </a:t>
            </a:r>
            <a:r>
              <a:rPr lang="es-CO" dirty="0" err="1"/>
              <a:t>sit</a:t>
            </a:r>
            <a:r>
              <a:rPr lang="es-CO" dirty="0"/>
              <a:t> </a:t>
            </a:r>
            <a:r>
              <a:rPr lang="es-CO" dirty="0" err="1"/>
              <a:t>amet</a:t>
            </a:r>
            <a:r>
              <a:rPr lang="es-CO" dirty="0"/>
              <a:t>, </a:t>
            </a:r>
            <a:r>
              <a:rPr lang="es-CO" dirty="0" err="1"/>
              <a:t>consectetuer</a:t>
            </a:r>
            <a:r>
              <a:rPr lang="es-CO" dirty="0"/>
              <a:t> </a:t>
            </a:r>
            <a:r>
              <a:rPr lang="es-CO" dirty="0" err="1"/>
              <a:t>adipiscing</a:t>
            </a:r>
            <a:r>
              <a:rPr lang="es-CO" dirty="0"/>
              <a:t> </a:t>
            </a:r>
            <a:r>
              <a:rPr lang="es-CO" dirty="0" err="1"/>
              <a:t>elit</a:t>
            </a:r>
            <a:r>
              <a:rPr lang="es-CO" dirty="0"/>
              <a:t>, sed </a:t>
            </a:r>
            <a:r>
              <a:rPr lang="es-CO" dirty="0" err="1"/>
              <a:t>diam</a:t>
            </a:r>
            <a:r>
              <a:rPr lang="es-CO" dirty="0"/>
              <a:t> </a:t>
            </a:r>
            <a:r>
              <a:rPr lang="es-CO" dirty="0" err="1"/>
              <a:t>nonummy</a:t>
            </a:r>
            <a:r>
              <a:rPr lang="es-CO" dirty="0"/>
              <a:t> </a:t>
            </a:r>
            <a:r>
              <a:rPr lang="es-CO" dirty="0" err="1"/>
              <a:t>nibh</a:t>
            </a:r>
            <a:r>
              <a:rPr lang="es-CO" dirty="0"/>
              <a:t> </a:t>
            </a:r>
            <a:r>
              <a:rPr lang="es-CO" dirty="0" err="1"/>
              <a:t>euismod</a:t>
            </a:r>
            <a:r>
              <a:rPr lang="es-CO" dirty="0"/>
              <a:t> </a:t>
            </a:r>
            <a:r>
              <a:rPr lang="es-CO" dirty="0" err="1"/>
              <a:t>tincidunt</a:t>
            </a:r>
            <a:r>
              <a:rPr lang="es-CO" dirty="0"/>
              <a:t> ut </a:t>
            </a:r>
            <a:r>
              <a:rPr lang="es-CO" dirty="0" err="1"/>
              <a:t>laoreet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magna </a:t>
            </a:r>
            <a:r>
              <a:rPr lang="es-CO" dirty="0" err="1"/>
              <a:t>aliquam</a:t>
            </a:r>
            <a:r>
              <a:rPr lang="es-CO" dirty="0"/>
              <a:t> </a:t>
            </a:r>
            <a:r>
              <a:rPr lang="es-CO" dirty="0" err="1"/>
              <a:t>erat</a:t>
            </a:r>
            <a:r>
              <a:rPr lang="es-CO" dirty="0"/>
              <a:t> </a:t>
            </a:r>
            <a:r>
              <a:rPr lang="es-CO" dirty="0" err="1"/>
              <a:t>volutpat</a:t>
            </a:r>
            <a:r>
              <a:rPr lang="es-CO" dirty="0"/>
              <a:t>. Ut </a:t>
            </a:r>
            <a:r>
              <a:rPr lang="es-CO" dirty="0" err="1"/>
              <a:t>wisi</a:t>
            </a:r>
            <a:r>
              <a:rPr lang="es-CO" dirty="0"/>
              <a:t> </a:t>
            </a:r>
            <a:r>
              <a:rPr lang="es-CO" dirty="0" err="1"/>
              <a:t>enim</a:t>
            </a:r>
            <a:r>
              <a:rPr lang="es-CO" dirty="0"/>
              <a:t> ad </a:t>
            </a:r>
            <a:r>
              <a:rPr lang="es-CO" dirty="0" err="1"/>
              <a:t>minim</a:t>
            </a:r>
            <a:r>
              <a:rPr lang="es-CO" dirty="0"/>
              <a:t> </a:t>
            </a:r>
            <a:r>
              <a:rPr lang="es-CO" dirty="0" err="1"/>
              <a:t>veniam</a:t>
            </a:r>
            <a:r>
              <a:rPr lang="es-CO" dirty="0"/>
              <a:t>, quis </a:t>
            </a:r>
            <a:r>
              <a:rPr lang="es-CO" dirty="0" err="1"/>
              <a:t>nostrud</a:t>
            </a:r>
            <a:r>
              <a:rPr lang="es-CO" dirty="0"/>
              <a:t> </a:t>
            </a:r>
            <a:r>
              <a:rPr lang="es-CO" dirty="0" err="1"/>
              <a:t>exerci</a:t>
            </a:r>
            <a:r>
              <a:rPr lang="es-CO" dirty="0"/>
              <a:t> </a:t>
            </a:r>
            <a:r>
              <a:rPr lang="es-CO" dirty="0" err="1"/>
              <a:t>tation</a:t>
            </a:r>
            <a:r>
              <a:rPr lang="es-CO" dirty="0"/>
              <a:t> </a:t>
            </a:r>
            <a:r>
              <a:rPr lang="es-CO" dirty="0" err="1"/>
              <a:t>ullamcorper</a:t>
            </a:r>
            <a:r>
              <a:rPr lang="es-CO" dirty="0"/>
              <a:t> </a:t>
            </a:r>
            <a:r>
              <a:rPr lang="es-CO" dirty="0" err="1"/>
              <a:t>suscipit</a:t>
            </a:r>
            <a:r>
              <a:rPr lang="es-CO" dirty="0"/>
              <a:t> </a:t>
            </a:r>
            <a:r>
              <a:rPr lang="es-CO" dirty="0" err="1"/>
              <a:t>lobortis</a:t>
            </a:r>
            <a:r>
              <a:rPr lang="es-CO" dirty="0"/>
              <a:t> </a:t>
            </a:r>
            <a:r>
              <a:rPr lang="es-CO" dirty="0" err="1"/>
              <a:t>nisl</a:t>
            </a:r>
            <a:r>
              <a:rPr lang="es-CO" dirty="0"/>
              <a:t> ut </a:t>
            </a:r>
            <a:r>
              <a:rPr lang="es-CO" dirty="0" err="1"/>
              <a:t>aliquip</a:t>
            </a:r>
            <a:r>
              <a:rPr lang="es-CO" dirty="0"/>
              <a:t> ex </a:t>
            </a:r>
            <a:r>
              <a:rPr lang="es-CO" dirty="0" err="1"/>
              <a:t>ea</a:t>
            </a:r>
            <a:r>
              <a:rPr lang="es-CO" dirty="0"/>
              <a:t> commodo </a:t>
            </a:r>
            <a:r>
              <a:rPr lang="es-CO" dirty="0" err="1"/>
              <a:t>consequat</a:t>
            </a:r>
            <a:r>
              <a:rPr lang="es-CO" dirty="0"/>
              <a:t>.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autem</a:t>
            </a:r>
            <a:r>
              <a:rPr lang="es-CO" dirty="0"/>
              <a:t>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eum</a:t>
            </a:r>
            <a:r>
              <a:rPr lang="es-CO" dirty="0"/>
              <a:t> </a:t>
            </a:r>
            <a:r>
              <a:rPr lang="es-CO" dirty="0" err="1"/>
              <a:t>iriure</a:t>
            </a:r>
            <a:r>
              <a:rPr lang="es-CO" dirty="0"/>
              <a:t> dolor in </a:t>
            </a:r>
            <a:r>
              <a:rPr lang="es-CO" dirty="0" err="1"/>
              <a:t>hendrerit</a:t>
            </a:r>
            <a:r>
              <a:rPr lang="es-CO" dirty="0"/>
              <a:t> in </a:t>
            </a:r>
            <a:r>
              <a:rPr lang="es-CO" dirty="0" err="1"/>
              <a:t>vulputate</a:t>
            </a:r>
            <a:r>
              <a:rPr lang="es-CO" dirty="0"/>
              <a:t> </a:t>
            </a:r>
            <a:r>
              <a:rPr lang="es-CO" dirty="0" err="1"/>
              <a:t>velit</a:t>
            </a:r>
            <a:r>
              <a:rPr lang="es-CO" dirty="0"/>
              <a:t> </a:t>
            </a:r>
            <a:r>
              <a:rPr lang="es-CO" dirty="0" err="1"/>
              <a:t>esse</a:t>
            </a:r>
            <a:r>
              <a:rPr lang="es-CO" dirty="0"/>
              <a:t> </a:t>
            </a:r>
            <a:r>
              <a:rPr lang="es-CO" dirty="0" err="1"/>
              <a:t>molestie</a:t>
            </a:r>
            <a:r>
              <a:rPr lang="es-CO" dirty="0"/>
              <a:t> </a:t>
            </a:r>
            <a:r>
              <a:rPr lang="es-CO" dirty="0" err="1"/>
              <a:t>consequat</a:t>
            </a:r>
            <a:r>
              <a:rPr lang="es-CO" dirty="0"/>
              <a:t>,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illum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</a:t>
            </a:r>
            <a:r>
              <a:rPr lang="es-CO" dirty="0" err="1"/>
              <a:t>eu</a:t>
            </a:r>
            <a:r>
              <a:rPr lang="es-CO" dirty="0"/>
              <a:t> </a:t>
            </a:r>
            <a:r>
              <a:rPr lang="es-CO" dirty="0" err="1"/>
              <a:t>feugiat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facilisis</a:t>
            </a:r>
            <a:r>
              <a:rPr lang="es-CO" dirty="0"/>
              <a:t> at vero eros et </a:t>
            </a:r>
            <a:r>
              <a:rPr lang="es-CO" dirty="0" err="1"/>
              <a:t>accumsan</a:t>
            </a:r>
            <a:r>
              <a:rPr lang="es-CO" dirty="0"/>
              <a:t> et </a:t>
            </a:r>
            <a:r>
              <a:rPr lang="es-CO" dirty="0" err="1"/>
              <a:t>iusto</a:t>
            </a:r>
            <a:r>
              <a:rPr lang="es-CO" dirty="0"/>
              <a:t> odio </a:t>
            </a:r>
            <a:r>
              <a:rPr lang="es-CO" dirty="0" err="1"/>
              <a:t>dignissim</a:t>
            </a:r>
            <a:r>
              <a:rPr lang="es-CO" dirty="0"/>
              <a:t> qui </a:t>
            </a:r>
            <a:r>
              <a:rPr lang="es-CO" dirty="0" err="1"/>
              <a:t>blandit</a:t>
            </a:r>
            <a:r>
              <a:rPr lang="es-CO" dirty="0"/>
              <a:t> </a:t>
            </a:r>
            <a:r>
              <a:rPr lang="es-CO" dirty="0" err="1"/>
              <a:t>praesent</a:t>
            </a:r>
            <a:r>
              <a:rPr lang="es-CO" dirty="0"/>
              <a:t> </a:t>
            </a:r>
            <a:r>
              <a:rPr lang="es-CO" dirty="0" err="1"/>
              <a:t>luptatum</a:t>
            </a:r>
            <a:r>
              <a:rPr lang="es-CO" dirty="0"/>
              <a:t> </a:t>
            </a:r>
            <a:r>
              <a:rPr lang="es-CO" dirty="0" err="1"/>
              <a:t>zzril</a:t>
            </a:r>
            <a:r>
              <a:rPr lang="es-CO" dirty="0"/>
              <a:t> </a:t>
            </a:r>
            <a:r>
              <a:rPr lang="es-CO" dirty="0" err="1"/>
              <a:t>delenit</a:t>
            </a:r>
            <a:r>
              <a:rPr lang="es-CO" dirty="0"/>
              <a:t> </a:t>
            </a:r>
            <a:r>
              <a:rPr lang="es-CO" dirty="0" err="1"/>
              <a:t>augue</a:t>
            </a:r>
            <a:r>
              <a:rPr lang="es-CO" dirty="0"/>
              <a:t>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te </a:t>
            </a:r>
            <a:r>
              <a:rPr lang="es-CO" dirty="0" err="1"/>
              <a:t>feugait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20351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C85937-AC45-BD37-840D-DCD92284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TEXTO</a:t>
            </a:r>
          </a:p>
        </p:txBody>
      </p:sp>
      <p:sp>
        <p:nvSpPr>
          <p:cNvPr id="6" name="Google Shape;151;p21">
            <a:extLst>
              <a:ext uri="{FF2B5EF4-FFF2-40B4-BE49-F238E27FC236}">
                <a16:creationId xmlns:a16="http://schemas.microsoft.com/office/drawing/2014/main" id="{DCF9C1FF-0DD7-1C1A-9027-88AE97A63976}"/>
              </a:ext>
            </a:extLst>
          </p:cNvPr>
          <p:cNvSpPr txBox="1"/>
          <p:nvPr/>
        </p:nvSpPr>
        <p:spPr>
          <a:xfrm>
            <a:off x="2902388" y="1470018"/>
            <a:ext cx="39384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175" tIns="34075" rIns="68175" bIns="340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4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consectetuer adipiscing elit, sed diam nonummy nibh</a:t>
            </a:r>
            <a:endParaRPr sz="1342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52;p21">
            <a:extLst>
              <a:ext uri="{FF2B5EF4-FFF2-40B4-BE49-F238E27FC236}">
                <a16:creationId xmlns:a16="http://schemas.microsoft.com/office/drawing/2014/main" id="{21642892-B47F-2AFF-2445-E332AD385DC7}"/>
              </a:ext>
            </a:extLst>
          </p:cNvPr>
          <p:cNvSpPr txBox="1"/>
          <p:nvPr/>
        </p:nvSpPr>
        <p:spPr>
          <a:xfrm>
            <a:off x="2902388" y="2330661"/>
            <a:ext cx="39384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175" tIns="34075" rIns="68175" bIns="340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4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consectetuer adipiscing elit, sed diam nonummy nibh</a:t>
            </a:r>
            <a:endParaRPr sz="1342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53;p21">
            <a:extLst>
              <a:ext uri="{FF2B5EF4-FFF2-40B4-BE49-F238E27FC236}">
                <a16:creationId xmlns:a16="http://schemas.microsoft.com/office/drawing/2014/main" id="{43EED6B9-9D34-BA9D-FC8F-17D411733896}"/>
              </a:ext>
            </a:extLst>
          </p:cNvPr>
          <p:cNvSpPr txBox="1"/>
          <p:nvPr/>
        </p:nvSpPr>
        <p:spPr>
          <a:xfrm>
            <a:off x="2902388" y="3285804"/>
            <a:ext cx="39384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175" tIns="34075" rIns="68175" bIns="340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342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consectetuer adipiscing elit, sed diam nonummy nibh</a:t>
            </a:r>
            <a:endParaRPr sz="1342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54;p21" title="PLNTILLA CORORATIVA 2025_V2-25.png">
            <a:extLst>
              <a:ext uri="{FF2B5EF4-FFF2-40B4-BE49-F238E27FC236}">
                <a16:creationId xmlns:a16="http://schemas.microsoft.com/office/drawing/2014/main" id="{575E55B8-3637-3E2F-62C5-1C59614D0F8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2150" y="2204905"/>
            <a:ext cx="818929" cy="7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55;p21" title="PLNTILLA CORORATIVA 2025_V2-28.png">
            <a:extLst>
              <a:ext uri="{FF2B5EF4-FFF2-40B4-BE49-F238E27FC236}">
                <a16:creationId xmlns:a16="http://schemas.microsoft.com/office/drawing/2014/main" id="{3A2A145A-9C0F-D34A-0797-1563CC7B83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2153" y="1369625"/>
            <a:ext cx="818929" cy="7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56;p21" title="PLNTILLA CORORATIVA 2025_V2-29.png">
            <a:extLst>
              <a:ext uri="{FF2B5EF4-FFF2-40B4-BE49-F238E27FC236}">
                <a16:creationId xmlns:a16="http://schemas.microsoft.com/office/drawing/2014/main" id="{29F75E7B-75D5-8099-9222-02DE23C1E7B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2150" y="3040175"/>
            <a:ext cx="818929" cy="733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1916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CF7838-7C71-E55A-8305-378CF0016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TEXTO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AA100F-3870-9DB6-46EA-E0F9B4634C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CO" dirty="0" err="1"/>
              <a:t>Lorem</a:t>
            </a:r>
            <a:r>
              <a:rPr lang="es-CO" dirty="0"/>
              <a:t> </a:t>
            </a:r>
            <a:r>
              <a:rPr lang="es-CO" dirty="0" err="1"/>
              <a:t>ipsum</a:t>
            </a:r>
            <a:r>
              <a:rPr lang="es-CO" dirty="0"/>
              <a:t> dolor </a:t>
            </a:r>
            <a:r>
              <a:rPr lang="es-CO" dirty="0" err="1"/>
              <a:t>sit</a:t>
            </a:r>
            <a:r>
              <a:rPr lang="es-CO" dirty="0"/>
              <a:t> </a:t>
            </a:r>
            <a:r>
              <a:rPr lang="es-CO" dirty="0" err="1"/>
              <a:t>amet</a:t>
            </a:r>
            <a:r>
              <a:rPr lang="es-CO" dirty="0"/>
              <a:t>, </a:t>
            </a:r>
            <a:r>
              <a:rPr lang="es-CO" dirty="0" err="1"/>
              <a:t>consectetuer</a:t>
            </a:r>
            <a:r>
              <a:rPr lang="es-CO" dirty="0"/>
              <a:t> </a:t>
            </a:r>
            <a:r>
              <a:rPr lang="es-CO" dirty="0" err="1"/>
              <a:t>adipiscing</a:t>
            </a:r>
            <a:r>
              <a:rPr lang="es-CO" dirty="0"/>
              <a:t> </a:t>
            </a:r>
            <a:r>
              <a:rPr lang="es-CO" dirty="0" err="1"/>
              <a:t>elit</a:t>
            </a:r>
            <a:r>
              <a:rPr lang="es-CO" dirty="0"/>
              <a:t>, sed </a:t>
            </a:r>
            <a:r>
              <a:rPr lang="es-CO" dirty="0" err="1"/>
              <a:t>diam</a:t>
            </a:r>
            <a:r>
              <a:rPr lang="es-CO" dirty="0"/>
              <a:t> </a:t>
            </a:r>
            <a:r>
              <a:rPr lang="es-CO" dirty="0" err="1"/>
              <a:t>nonummy</a:t>
            </a:r>
            <a:r>
              <a:rPr lang="es-CO" dirty="0"/>
              <a:t> </a:t>
            </a:r>
            <a:r>
              <a:rPr lang="es-CO" dirty="0" err="1"/>
              <a:t>nibh</a:t>
            </a:r>
            <a:r>
              <a:rPr lang="es-CO" dirty="0"/>
              <a:t> </a:t>
            </a:r>
            <a:r>
              <a:rPr lang="es-CO" dirty="0" err="1"/>
              <a:t>euismod</a:t>
            </a:r>
            <a:r>
              <a:rPr lang="es-CO" dirty="0"/>
              <a:t> </a:t>
            </a:r>
            <a:r>
              <a:rPr lang="es-CO" dirty="0" err="1"/>
              <a:t>tincidunt</a:t>
            </a:r>
            <a:r>
              <a:rPr lang="es-CO" dirty="0"/>
              <a:t> ut </a:t>
            </a:r>
            <a:r>
              <a:rPr lang="es-CO" dirty="0" err="1"/>
              <a:t>laoreet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magna </a:t>
            </a:r>
            <a:r>
              <a:rPr lang="es-CO" dirty="0" err="1"/>
              <a:t>aliquam</a:t>
            </a:r>
            <a:r>
              <a:rPr lang="es-CO" dirty="0"/>
              <a:t> </a:t>
            </a:r>
            <a:r>
              <a:rPr lang="es-CO" dirty="0" err="1"/>
              <a:t>erat</a:t>
            </a:r>
            <a:r>
              <a:rPr lang="es-CO" dirty="0"/>
              <a:t> </a:t>
            </a:r>
            <a:r>
              <a:rPr lang="es-CO" dirty="0" err="1"/>
              <a:t>volutpat</a:t>
            </a:r>
            <a:r>
              <a:rPr lang="es-CO" dirty="0"/>
              <a:t>. Ut </a:t>
            </a:r>
            <a:r>
              <a:rPr lang="es-CO" dirty="0" err="1"/>
              <a:t>wisi</a:t>
            </a:r>
            <a:r>
              <a:rPr lang="es-CO" dirty="0"/>
              <a:t> </a:t>
            </a:r>
            <a:r>
              <a:rPr lang="es-CO" dirty="0" err="1"/>
              <a:t>enim</a:t>
            </a:r>
            <a:r>
              <a:rPr lang="es-CO" dirty="0"/>
              <a:t> ad </a:t>
            </a:r>
            <a:r>
              <a:rPr lang="es-CO" dirty="0" err="1"/>
              <a:t>minim</a:t>
            </a:r>
            <a:r>
              <a:rPr lang="es-CO" dirty="0"/>
              <a:t> </a:t>
            </a:r>
            <a:r>
              <a:rPr lang="es-CO" dirty="0" err="1"/>
              <a:t>veniam</a:t>
            </a:r>
            <a:r>
              <a:rPr lang="es-CO" dirty="0"/>
              <a:t>, quis </a:t>
            </a:r>
            <a:r>
              <a:rPr lang="es-CO" dirty="0" err="1"/>
              <a:t>nostrud</a:t>
            </a:r>
            <a:r>
              <a:rPr lang="es-CO" dirty="0"/>
              <a:t> </a:t>
            </a:r>
            <a:r>
              <a:rPr lang="es-CO" dirty="0" err="1"/>
              <a:t>exerci</a:t>
            </a:r>
            <a:r>
              <a:rPr lang="es-CO" dirty="0"/>
              <a:t> </a:t>
            </a:r>
            <a:r>
              <a:rPr lang="es-CO" dirty="0" err="1"/>
              <a:t>tation</a:t>
            </a:r>
            <a:r>
              <a:rPr lang="es-CO" dirty="0"/>
              <a:t> </a:t>
            </a:r>
            <a:r>
              <a:rPr lang="es-CO" dirty="0" err="1"/>
              <a:t>ullamcorper</a:t>
            </a:r>
            <a:r>
              <a:rPr lang="es-CO" dirty="0"/>
              <a:t> </a:t>
            </a:r>
            <a:r>
              <a:rPr lang="es-CO" dirty="0" err="1"/>
              <a:t>suscipit</a:t>
            </a:r>
            <a:r>
              <a:rPr lang="es-CO" dirty="0"/>
              <a:t> </a:t>
            </a:r>
            <a:r>
              <a:rPr lang="es-CO" dirty="0" err="1"/>
              <a:t>lobortis</a:t>
            </a:r>
            <a:r>
              <a:rPr lang="es-CO" dirty="0"/>
              <a:t> </a:t>
            </a:r>
            <a:r>
              <a:rPr lang="es-CO" dirty="0" err="1"/>
              <a:t>nisl</a:t>
            </a:r>
            <a:r>
              <a:rPr lang="es-CO" dirty="0"/>
              <a:t> ut </a:t>
            </a:r>
            <a:r>
              <a:rPr lang="es-CO" dirty="0" err="1"/>
              <a:t>aliquip</a:t>
            </a:r>
            <a:r>
              <a:rPr lang="es-CO" dirty="0"/>
              <a:t> ex </a:t>
            </a:r>
            <a:r>
              <a:rPr lang="es-CO" dirty="0" err="1"/>
              <a:t>ea</a:t>
            </a:r>
            <a:r>
              <a:rPr lang="es-CO" dirty="0"/>
              <a:t> commodo </a:t>
            </a:r>
            <a:r>
              <a:rPr lang="es-CO" dirty="0" err="1"/>
              <a:t>consequat</a:t>
            </a:r>
            <a:r>
              <a:rPr lang="es-CO" dirty="0"/>
              <a:t>.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autem</a:t>
            </a:r>
            <a:r>
              <a:rPr lang="es-CO" dirty="0"/>
              <a:t>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eum</a:t>
            </a:r>
            <a:r>
              <a:rPr lang="es-CO" dirty="0"/>
              <a:t> </a:t>
            </a:r>
            <a:r>
              <a:rPr lang="es-CO" dirty="0" err="1"/>
              <a:t>iriure</a:t>
            </a:r>
            <a:r>
              <a:rPr lang="es-CO" dirty="0"/>
              <a:t> dolor in </a:t>
            </a:r>
            <a:r>
              <a:rPr lang="es-CO" dirty="0" err="1"/>
              <a:t>hendrerit</a:t>
            </a:r>
            <a:r>
              <a:rPr lang="es-CO" dirty="0"/>
              <a:t> in </a:t>
            </a:r>
            <a:r>
              <a:rPr lang="es-CO" dirty="0" err="1"/>
              <a:t>vulputate</a:t>
            </a:r>
            <a:r>
              <a:rPr lang="es-CO" dirty="0"/>
              <a:t> </a:t>
            </a:r>
            <a:r>
              <a:rPr lang="es-CO" dirty="0" err="1"/>
              <a:t>velit</a:t>
            </a:r>
            <a:r>
              <a:rPr lang="es-CO" dirty="0"/>
              <a:t> </a:t>
            </a:r>
            <a:r>
              <a:rPr lang="es-CO" dirty="0" err="1"/>
              <a:t>esse</a:t>
            </a:r>
            <a:r>
              <a:rPr lang="es-CO" dirty="0"/>
              <a:t> </a:t>
            </a:r>
            <a:r>
              <a:rPr lang="es-CO" dirty="0" err="1"/>
              <a:t>molestie</a:t>
            </a:r>
            <a:r>
              <a:rPr lang="es-CO" dirty="0"/>
              <a:t> </a:t>
            </a:r>
            <a:r>
              <a:rPr lang="es-CO" dirty="0" err="1"/>
              <a:t>consequat</a:t>
            </a:r>
            <a:r>
              <a:rPr lang="es-CO" dirty="0"/>
              <a:t>, </a:t>
            </a:r>
            <a:r>
              <a:rPr lang="es-CO" dirty="0" err="1"/>
              <a:t>vel</a:t>
            </a:r>
            <a:r>
              <a:rPr lang="es-CO" dirty="0"/>
              <a:t> </a:t>
            </a:r>
            <a:r>
              <a:rPr lang="es-CO" dirty="0" err="1"/>
              <a:t>illum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</a:t>
            </a:r>
            <a:r>
              <a:rPr lang="es-CO" dirty="0" err="1"/>
              <a:t>eu</a:t>
            </a:r>
            <a:r>
              <a:rPr lang="es-CO" dirty="0"/>
              <a:t> </a:t>
            </a:r>
            <a:r>
              <a:rPr lang="es-CO" dirty="0" err="1"/>
              <a:t>feugiat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facilisis</a:t>
            </a:r>
            <a:r>
              <a:rPr lang="es-CO" dirty="0"/>
              <a:t> at vero eros et </a:t>
            </a:r>
            <a:r>
              <a:rPr lang="es-CO" dirty="0" err="1"/>
              <a:t>accumsan</a:t>
            </a:r>
            <a:r>
              <a:rPr lang="es-CO" dirty="0"/>
              <a:t> et </a:t>
            </a:r>
            <a:r>
              <a:rPr lang="es-CO" dirty="0" err="1"/>
              <a:t>iusto</a:t>
            </a:r>
            <a:r>
              <a:rPr lang="es-CO" dirty="0"/>
              <a:t> odio </a:t>
            </a:r>
            <a:r>
              <a:rPr lang="es-CO" dirty="0" err="1"/>
              <a:t>dignissim</a:t>
            </a:r>
            <a:r>
              <a:rPr lang="es-CO" dirty="0"/>
              <a:t> qui </a:t>
            </a:r>
            <a:r>
              <a:rPr lang="es-CO" dirty="0" err="1"/>
              <a:t>blandit</a:t>
            </a:r>
            <a:r>
              <a:rPr lang="es-CO" dirty="0"/>
              <a:t> </a:t>
            </a:r>
            <a:r>
              <a:rPr lang="es-CO" dirty="0" err="1"/>
              <a:t>praesent</a:t>
            </a:r>
            <a:r>
              <a:rPr lang="es-CO" dirty="0"/>
              <a:t> </a:t>
            </a:r>
            <a:r>
              <a:rPr lang="es-CO" dirty="0" err="1"/>
              <a:t>luptatum</a:t>
            </a:r>
            <a:r>
              <a:rPr lang="es-CO" dirty="0"/>
              <a:t> </a:t>
            </a:r>
            <a:r>
              <a:rPr lang="es-CO" dirty="0" err="1"/>
              <a:t>zzril</a:t>
            </a:r>
            <a:r>
              <a:rPr lang="es-CO" dirty="0"/>
              <a:t> </a:t>
            </a:r>
            <a:r>
              <a:rPr lang="es-CO" dirty="0" err="1"/>
              <a:t>delenit</a:t>
            </a:r>
            <a:r>
              <a:rPr lang="es-CO" dirty="0"/>
              <a:t> </a:t>
            </a:r>
            <a:r>
              <a:rPr lang="es-CO" dirty="0" err="1"/>
              <a:t>augue</a:t>
            </a:r>
            <a:r>
              <a:rPr lang="es-CO" dirty="0"/>
              <a:t> </a:t>
            </a: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te </a:t>
            </a:r>
            <a:r>
              <a:rPr lang="es-CO" dirty="0" err="1"/>
              <a:t>feugait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facilisi</a:t>
            </a:r>
            <a:r>
              <a:rPr lang="es-CO" dirty="0"/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91077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E09025-E00E-513E-4729-858296FEC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TEXTO</a:t>
            </a:r>
          </a:p>
        </p:txBody>
      </p:sp>
      <p:pic>
        <p:nvPicPr>
          <p:cNvPr id="5" name="Google Shape;176;p23" title="PLNTILLA CORORATIVA 2025_V2-13.png">
            <a:extLst>
              <a:ext uri="{FF2B5EF4-FFF2-40B4-BE49-F238E27FC236}">
                <a16:creationId xmlns:a16="http://schemas.microsoft.com/office/drawing/2014/main" id="{AFA2143E-BD66-00BB-2F9A-8D2728B062C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72925" y="2186216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77;p23" title="PLNTILLA CORORATIVA 2025_V2-14.png">
            <a:extLst>
              <a:ext uri="{FF2B5EF4-FFF2-40B4-BE49-F238E27FC236}">
                <a16:creationId xmlns:a16="http://schemas.microsoft.com/office/drawing/2014/main" id="{C6718F53-87E2-C521-AC82-5703CD51866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2949" y="1291355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78;p23" title="PLNTILLA CORORATIVA 2025_V2-15.png">
            <a:extLst>
              <a:ext uri="{FF2B5EF4-FFF2-40B4-BE49-F238E27FC236}">
                <a16:creationId xmlns:a16="http://schemas.microsoft.com/office/drawing/2014/main" id="{63B0F57A-F777-31A2-3275-86C1E547BCF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5864" y="2186216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79;p23" title="PLNTILLA CORORATIVA 2025_V2-16.png">
            <a:extLst>
              <a:ext uri="{FF2B5EF4-FFF2-40B4-BE49-F238E27FC236}">
                <a16:creationId xmlns:a16="http://schemas.microsoft.com/office/drawing/2014/main" id="{56AB3B85-517C-9E4E-AFD4-E4BB565D5DC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5864" y="1291355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80;p23" title="PLNTILLA CORORATIVA 2025_V2-17.png">
            <a:extLst>
              <a:ext uri="{FF2B5EF4-FFF2-40B4-BE49-F238E27FC236}">
                <a16:creationId xmlns:a16="http://schemas.microsoft.com/office/drawing/2014/main" id="{47153009-6862-8AB9-78BF-C34549EA567F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18790" y="2186216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81;p23" title="PLNTILLA CORORATIVA 2025_V2-18.png">
            <a:extLst>
              <a:ext uri="{FF2B5EF4-FFF2-40B4-BE49-F238E27FC236}">
                <a16:creationId xmlns:a16="http://schemas.microsoft.com/office/drawing/2014/main" id="{CF4A175F-68A1-8B77-4C05-18BF9CF00FD2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72943" y="3081086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82;p23" title="PLNTILLA CORORATIVA 2025_V2-19.png">
            <a:extLst>
              <a:ext uri="{FF2B5EF4-FFF2-40B4-BE49-F238E27FC236}">
                <a16:creationId xmlns:a16="http://schemas.microsoft.com/office/drawing/2014/main" id="{7130DD63-F4E6-6A4C-C4BA-7F646AD0745E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18790" y="1291355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3;p23" title="PLNTILLA CORORATIVA 2025_V2-20.png">
            <a:extLst>
              <a:ext uri="{FF2B5EF4-FFF2-40B4-BE49-F238E27FC236}">
                <a16:creationId xmlns:a16="http://schemas.microsoft.com/office/drawing/2014/main" id="{489B533B-E6DF-DB85-AA36-6969C9C800D0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95864" y="3081086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84;p23" title="PLNTILLA CORORATIVA 2025_V2-21.png">
            <a:extLst>
              <a:ext uri="{FF2B5EF4-FFF2-40B4-BE49-F238E27FC236}">
                <a16:creationId xmlns:a16="http://schemas.microsoft.com/office/drawing/2014/main" id="{38E5B14A-A274-F6B2-1B7C-20E13E7F0AE1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41712" y="2186216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85;p23" title="PLNTILLA CORORATIVA 2025_V2-22.png">
            <a:extLst>
              <a:ext uri="{FF2B5EF4-FFF2-40B4-BE49-F238E27FC236}">
                <a16:creationId xmlns:a16="http://schemas.microsoft.com/office/drawing/2014/main" id="{517D0ED5-161B-6266-7AA5-5C5AEC765B2D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18790" y="3081086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86;p23" title="PLNTILLA CORORATIVA 2025_V2-23.png">
            <a:extLst>
              <a:ext uri="{FF2B5EF4-FFF2-40B4-BE49-F238E27FC236}">
                <a16:creationId xmlns:a16="http://schemas.microsoft.com/office/drawing/2014/main" id="{B40611FF-B21C-70A1-5633-291BA645FB43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64634" y="2186216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87;p23" title="PLNTILLA CORORATIVA 2025_V2-24.png">
            <a:extLst>
              <a:ext uri="{FF2B5EF4-FFF2-40B4-BE49-F238E27FC236}">
                <a16:creationId xmlns:a16="http://schemas.microsoft.com/office/drawing/2014/main" id="{65D36BD6-9EE6-87BE-ADA5-4054B7006015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141712" y="3081086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88;p23" title="PLNTILLA CORORATIVA 2025_V2-25.png">
            <a:extLst>
              <a:ext uri="{FF2B5EF4-FFF2-40B4-BE49-F238E27FC236}">
                <a16:creationId xmlns:a16="http://schemas.microsoft.com/office/drawing/2014/main" id="{86ED5FCA-06A8-6251-3260-D5669C081949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064634" y="3081086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9;p23" title="PLNTILLA CORORATIVA 2025_V2-26.png">
            <a:extLst>
              <a:ext uri="{FF2B5EF4-FFF2-40B4-BE49-F238E27FC236}">
                <a16:creationId xmlns:a16="http://schemas.microsoft.com/office/drawing/2014/main" id="{F8DC48B9-AAF9-14C3-D890-F6DC025D862C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141710" y="1291350"/>
            <a:ext cx="860623" cy="771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0;p23" title="PLNTILLA CORORATIVA 2025_V2-27.png">
            <a:extLst>
              <a:ext uri="{FF2B5EF4-FFF2-40B4-BE49-F238E27FC236}">
                <a16:creationId xmlns:a16="http://schemas.microsoft.com/office/drawing/2014/main" id="{272B4FF2-A5EA-0270-B36E-78A716492498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910456" y="1291355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91;p23" title="PLNTILLA CORORATIVA 2025_V2-28.png">
            <a:extLst>
              <a:ext uri="{FF2B5EF4-FFF2-40B4-BE49-F238E27FC236}">
                <a16:creationId xmlns:a16="http://schemas.microsoft.com/office/drawing/2014/main" id="{361118B2-C633-6597-9272-908AF526143B}"/>
              </a:ext>
            </a:extLst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987537" y="1291355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92;p23" title="PLNTILLA CORORATIVA 2025_V2-29.png">
            <a:extLst>
              <a:ext uri="{FF2B5EF4-FFF2-40B4-BE49-F238E27FC236}">
                <a16:creationId xmlns:a16="http://schemas.microsoft.com/office/drawing/2014/main" id="{70E03EA4-EF36-A35D-1CD1-EB032ABC2942}"/>
              </a:ext>
            </a:extLst>
          </p:cNvPr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910456" y="3081099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93;p23" title="PLNTILLA CORORATIVA 2025_V2-30.png">
            <a:extLst>
              <a:ext uri="{FF2B5EF4-FFF2-40B4-BE49-F238E27FC236}">
                <a16:creationId xmlns:a16="http://schemas.microsoft.com/office/drawing/2014/main" id="{F5D73F61-CBCF-F96A-9434-50BA287B45DE}"/>
              </a:ext>
            </a:extLst>
          </p:cNvPr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910456" y="2186218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94;p23" title="PLNTILLA CORORATIVA 2025_V2-31.png">
            <a:extLst>
              <a:ext uri="{FF2B5EF4-FFF2-40B4-BE49-F238E27FC236}">
                <a16:creationId xmlns:a16="http://schemas.microsoft.com/office/drawing/2014/main" id="{34854695-1EC2-EA62-16FC-7D84C4A8CAA9}"/>
              </a:ext>
            </a:extLst>
          </p:cNvPr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987537" y="3081081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95;p23" title="PLNTILLA CORORATIVA 2025_V2-32.png">
            <a:extLst>
              <a:ext uri="{FF2B5EF4-FFF2-40B4-BE49-F238E27FC236}">
                <a16:creationId xmlns:a16="http://schemas.microsoft.com/office/drawing/2014/main" id="{2353DE2B-B9DE-1894-F6F0-26291C485E04}"/>
              </a:ext>
            </a:extLst>
          </p:cNvPr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064634" y="1291355"/>
            <a:ext cx="860619" cy="77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96;p23" title="PLNTILLA CORORATIVA 2025_V2-33.png">
            <a:extLst>
              <a:ext uri="{FF2B5EF4-FFF2-40B4-BE49-F238E27FC236}">
                <a16:creationId xmlns:a16="http://schemas.microsoft.com/office/drawing/2014/main" id="{828E41D6-2907-9177-7D98-7AF4E38C7A2D}"/>
              </a:ext>
            </a:extLst>
          </p:cNvPr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987537" y="2186218"/>
            <a:ext cx="860619" cy="771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1161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1FB5A-04E0-C260-7FBF-E1DC3B9B4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TEXTO</a:t>
            </a:r>
          </a:p>
        </p:txBody>
      </p:sp>
      <p:grpSp>
        <p:nvGrpSpPr>
          <p:cNvPr id="3" name="Google Shape;206;p24">
            <a:extLst>
              <a:ext uri="{FF2B5EF4-FFF2-40B4-BE49-F238E27FC236}">
                <a16:creationId xmlns:a16="http://schemas.microsoft.com/office/drawing/2014/main" id="{08DB3200-D84D-816F-3196-A15AAB55B4E6}"/>
              </a:ext>
            </a:extLst>
          </p:cNvPr>
          <p:cNvGrpSpPr/>
          <p:nvPr/>
        </p:nvGrpSpPr>
        <p:grpSpPr>
          <a:xfrm>
            <a:off x="1372950" y="1291338"/>
            <a:ext cx="6398125" cy="2560813"/>
            <a:chOff x="1372950" y="1332350"/>
            <a:chExt cx="6398125" cy="2560813"/>
          </a:xfrm>
        </p:grpSpPr>
        <p:pic>
          <p:nvPicPr>
            <p:cNvPr id="4" name="Google Shape;207;p24" title="PLNTILLA CORORATIVA 2025_V2-22.png">
              <a:extLst>
                <a:ext uri="{FF2B5EF4-FFF2-40B4-BE49-F238E27FC236}">
                  <a16:creationId xmlns:a16="http://schemas.microsoft.com/office/drawing/2014/main" id="{26903FB7-38EC-972F-C95C-F317A44C3E4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t="109" b="119"/>
            <a:stretch/>
          </p:blipFill>
          <p:spPr>
            <a:xfrm>
              <a:off x="1372950" y="2227224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208;p24" title="PLNTILLA CORORATIVA 2025_V2-15.png">
              <a:extLst>
                <a:ext uri="{FF2B5EF4-FFF2-40B4-BE49-F238E27FC236}">
                  <a16:creationId xmlns:a16="http://schemas.microsoft.com/office/drawing/2014/main" id="{974E8D8B-2ECC-4B6D-825D-0E01F7FA4E8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109" b="119"/>
            <a:stretch/>
          </p:blipFill>
          <p:spPr>
            <a:xfrm>
              <a:off x="1372974" y="1332355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209;p24" title="PLNTILLA CORORATIVA 2025_V2-23.png">
              <a:extLst>
                <a:ext uri="{FF2B5EF4-FFF2-40B4-BE49-F238E27FC236}">
                  <a16:creationId xmlns:a16="http://schemas.microsoft.com/office/drawing/2014/main" id="{BE6D0CDF-3FF6-C19D-2BCC-51316DA93AA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09" b="119"/>
            <a:stretch/>
          </p:blipFill>
          <p:spPr>
            <a:xfrm>
              <a:off x="2295885" y="2227223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210;p24" title="PLNTILLA CORORATIVA 2025_V2-16.png">
              <a:extLst>
                <a:ext uri="{FF2B5EF4-FFF2-40B4-BE49-F238E27FC236}">
                  <a16:creationId xmlns:a16="http://schemas.microsoft.com/office/drawing/2014/main" id="{7E542C05-20E7-4BC7-B23D-3067EB09E21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t="109" b="119"/>
            <a:stretch/>
          </p:blipFill>
          <p:spPr>
            <a:xfrm>
              <a:off x="2295885" y="1332355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211;p24" title="PLNTILLA CORORATIVA 2025_V2-24.png">
              <a:extLst>
                <a:ext uri="{FF2B5EF4-FFF2-40B4-BE49-F238E27FC236}">
                  <a16:creationId xmlns:a16="http://schemas.microsoft.com/office/drawing/2014/main" id="{9456A4C0-FE1E-DAE8-A87C-1DC4DF00486D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t="109" b="119"/>
            <a:stretch/>
          </p:blipFill>
          <p:spPr>
            <a:xfrm>
              <a:off x="3218808" y="2227223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212;p24" title="PLNTILLA CORORATIVA 2025_V2-29.png">
              <a:extLst>
                <a:ext uri="{FF2B5EF4-FFF2-40B4-BE49-F238E27FC236}">
                  <a16:creationId xmlns:a16="http://schemas.microsoft.com/office/drawing/2014/main" id="{345DC7AF-07B6-284D-2C7B-0ACA52333778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t="109" b="119"/>
            <a:stretch/>
          </p:blipFill>
          <p:spPr>
            <a:xfrm>
              <a:off x="1372968" y="3122101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213;p24" title="PLNTILLA CORORATIVA 2025_V2-17.png">
              <a:extLst>
                <a:ext uri="{FF2B5EF4-FFF2-40B4-BE49-F238E27FC236}">
                  <a16:creationId xmlns:a16="http://schemas.microsoft.com/office/drawing/2014/main" id="{4877154A-2F7A-17D9-AB79-8093DB09174C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 t="109" b="119"/>
            <a:stretch/>
          </p:blipFill>
          <p:spPr>
            <a:xfrm>
              <a:off x="3218808" y="1332355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214;p24" title="PLNTILLA CORORATIVA 2025_V2-30.png">
              <a:extLst>
                <a:ext uri="{FF2B5EF4-FFF2-40B4-BE49-F238E27FC236}">
                  <a16:creationId xmlns:a16="http://schemas.microsoft.com/office/drawing/2014/main" id="{0A392C12-B73A-76E4-2B02-5FEFA31140DF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 t="109" b="119"/>
            <a:stretch/>
          </p:blipFill>
          <p:spPr>
            <a:xfrm>
              <a:off x="2295885" y="3122101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215;p24" title="PLNTILLA CORORATIVA 2025_V2-25.png">
              <a:extLst>
                <a:ext uri="{FF2B5EF4-FFF2-40B4-BE49-F238E27FC236}">
                  <a16:creationId xmlns:a16="http://schemas.microsoft.com/office/drawing/2014/main" id="{48DEE51D-FB0C-412F-C460-FC4F2AA14EA9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 t="109" b="119"/>
            <a:stretch/>
          </p:blipFill>
          <p:spPr>
            <a:xfrm>
              <a:off x="4141726" y="2227223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216;p24" title="PLNTILLA CORORATIVA 2025_V2-31.png">
              <a:extLst>
                <a:ext uri="{FF2B5EF4-FFF2-40B4-BE49-F238E27FC236}">
                  <a16:creationId xmlns:a16="http://schemas.microsoft.com/office/drawing/2014/main" id="{38E102D1-1809-23B8-86B0-8EFB9E06FADB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 t="109" b="119"/>
            <a:stretch/>
          </p:blipFill>
          <p:spPr>
            <a:xfrm>
              <a:off x="3218808" y="3122101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217;p24" title="PLNTILLA CORORATIVA 2025_V2-26.png">
              <a:extLst>
                <a:ext uri="{FF2B5EF4-FFF2-40B4-BE49-F238E27FC236}">
                  <a16:creationId xmlns:a16="http://schemas.microsoft.com/office/drawing/2014/main" id="{4D3EFA47-C52B-D41A-3CAB-79F30FA614D9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 t="109" b="119"/>
            <a:stretch/>
          </p:blipFill>
          <p:spPr>
            <a:xfrm>
              <a:off x="5064644" y="2227223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18;p24" title="PLNTILLA CORORATIVA 2025_V2-32.png">
              <a:extLst>
                <a:ext uri="{FF2B5EF4-FFF2-40B4-BE49-F238E27FC236}">
                  <a16:creationId xmlns:a16="http://schemas.microsoft.com/office/drawing/2014/main" id="{3D33CB6F-B22E-4C74-E354-99802D4352C3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 t="109" b="119"/>
            <a:stretch/>
          </p:blipFill>
          <p:spPr>
            <a:xfrm>
              <a:off x="4141726" y="3122101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19;p24" title="PLNTILLA CORORATIVA 2025_V2-33.png">
              <a:extLst>
                <a:ext uri="{FF2B5EF4-FFF2-40B4-BE49-F238E27FC236}">
                  <a16:creationId xmlns:a16="http://schemas.microsoft.com/office/drawing/2014/main" id="{A845709A-B75A-95A1-2F06-7D3DD91C79A0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 t="109" b="119"/>
            <a:stretch/>
          </p:blipFill>
          <p:spPr>
            <a:xfrm>
              <a:off x="5064644" y="3122101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20;p24" title="PLNTILLA CORORATIVA 2025_V2-18.png">
              <a:extLst>
                <a:ext uri="{FF2B5EF4-FFF2-40B4-BE49-F238E27FC236}">
                  <a16:creationId xmlns:a16="http://schemas.microsoft.com/office/drawing/2014/main" id="{03643C49-A4B3-36AF-2239-8C546BE780CE}"/>
                </a:ext>
              </a:extLst>
            </p:cNvPr>
            <p:cNvPicPr preferRelativeResize="0"/>
            <p:nvPr/>
          </p:nvPicPr>
          <p:blipFill rotWithShape="1">
            <a:blip r:embed="rId15">
              <a:alphaModFix/>
            </a:blip>
            <a:srcRect t="109" b="119"/>
            <a:stretch/>
          </p:blipFill>
          <p:spPr>
            <a:xfrm>
              <a:off x="4141724" y="1332350"/>
              <a:ext cx="860619" cy="771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221;p24" title="PLNTILLA CORORATIVA 2025_V2-21.png">
              <a:extLst>
                <a:ext uri="{FF2B5EF4-FFF2-40B4-BE49-F238E27FC236}">
                  <a16:creationId xmlns:a16="http://schemas.microsoft.com/office/drawing/2014/main" id="{FE66009F-CCE3-F83D-0B6E-6FE25E8EED45}"/>
                </a:ext>
              </a:extLst>
            </p:cNvPr>
            <p:cNvPicPr preferRelativeResize="0"/>
            <p:nvPr/>
          </p:nvPicPr>
          <p:blipFill rotWithShape="1">
            <a:blip r:embed="rId16">
              <a:alphaModFix/>
            </a:blip>
            <a:srcRect t="109" b="119"/>
            <a:stretch/>
          </p:blipFill>
          <p:spPr>
            <a:xfrm>
              <a:off x="6910459" y="1332355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222;p24" title="PLNTILLA CORORATIVA 2025_V2-20.png">
              <a:extLst>
                <a:ext uri="{FF2B5EF4-FFF2-40B4-BE49-F238E27FC236}">
                  <a16:creationId xmlns:a16="http://schemas.microsoft.com/office/drawing/2014/main" id="{7C7B72FF-5C6B-EE91-184F-6260D3E6E485}"/>
                </a:ext>
              </a:extLst>
            </p:cNvPr>
            <p:cNvPicPr preferRelativeResize="0"/>
            <p:nvPr/>
          </p:nvPicPr>
          <p:blipFill rotWithShape="1">
            <a:blip r:embed="rId17">
              <a:alphaModFix/>
            </a:blip>
            <a:srcRect t="109" b="119"/>
            <a:stretch/>
          </p:blipFill>
          <p:spPr>
            <a:xfrm>
              <a:off x="5987544" y="1332355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23;p24" title="PLNTILLA CORORATIVA 2025_V2-35.png">
              <a:extLst>
                <a:ext uri="{FF2B5EF4-FFF2-40B4-BE49-F238E27FC236}">
                  <a16:creationId xmlns:a16="http://schemas.microsoft.com/office/drawing/2014/main" id="{F9656351-E23B-F625-0897-DA37A99BDF3A}"/>
                </a:ext>
              </a:extLst>
            </p:cNvPr>
            <p:cNvPicPr preferRelativeResize="0"/>
            <p:nvPr/>
          </p:nvPicPr>
          <p:blipFill rotWithShape="1">
            <a:blip r:embed="rId18">
              <a:alphaModFix/>
            </a:blip>
            <a:srcRect t="109" b="119"/>
            <a:stretch/>
          </p:blipFill>
          <p:spPr>
            <a:xfrm>
              <a:off x="6910459" y="3122115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24;p24" title="PLNTILLA CORORATIVA 2025_V2-28.png">
              <a:extLst>
                <a:ext uri="{FF2B5EF4-FFF2-40B4-BE49-F238E27FC236}">
                  <a16:creationId xmlns:a16="http://schemas.microsoft.com/office/drawing/2014/main" id="{464A1C35-28AF-6F9D-63FE-D967AE0EE296}"/>
                </a:ext>
              </a:extLst>
            </p:cNvPr>
            <p:cNvPicPr preferRelativeResize="0"/>
            <p:nvPr/>
          </p:nvPicPr>
          <p:blipFill rotWithShape="1">
            <a:blip r:embed="rId19">
              <a:alphaModFix/>
            </a:blip>
            <a:srcRect t="109" b="119"/>
            <a:stretch/>
          </p:blipFill>
          <p:spPr>
            <a:xfrm>
              <a:off x="6910459" y="2227225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5;p24" title="PLNTILLA CORORATIVA 2025_V2-34.png">
              <a:extLst>
                <a:ext uri="{FF2B5EF4-FFF2-40B4-BE49-F238E27FC236}">
                  <a16:creationId xmlns:a16="http://schemas.microsoft.com/office/drawing/2014/main" id="{A3725F2C-9CDC-726A-1AF6-C4C286E5D9AB}"/>
                </a:ext>
              </a:extLst>
            </p:cNvPr>
            <p:cNvPicPr preferRelativeResize="0"/>
            <p:nvPr/>
          </p:nvPicPr>
          <p:blipFill rotWithShape="1">
            <a:blip r:embed="rId20">
              <a:alphaModFix/>
            </a:blip>
            <a:srcRect t="109" b="119"/>
            <a:stretch/>
          </p:blipFill>
          <p:spPr>
            <a:xfrm>
              <a:off x="5987544" y="3122097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26;p24" title="PLNTILLA CORORATIVA 2025_V2-19.png">
              <a:extLst>
                <a:ext uri="{FF2B5EF4-FFF2-40B4-BE49-F238E27FC236}">
                  <a16:creationId xmlns:a16="http://schemas.microsoft.com/office/drawing/2014/main" id="{30D65351-D744-3BE9-FA0D-799BE24C01EC}"/>
                </a:ext>
              </a:extLst>
            </p:cNvPr>
            <p:cNvPicPr preferRelativeResize="0"/>
            <p:nvPr/>
          </p:nvPicPr>
          <p:blipFill rotWithShape="1">
            <a:blip r:embed="rId21">
              <a:alphaModFix/>
            </a:blip>
            <a:srcRect t="109" b="119"/>
            <a:stretch/>
          </p:blipFill>
          <p:spPr>
            <a:xfrm>
              <a:off x="5064644" y="1332355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27;p24" title="PLNTILLA CORORATIVA 2025_V2-27.png">
              <a:extLst>
                <a:ext uri="{FF2B5EF4-FFF2-40B4-BE49-F238E27FC236}">
                  <a16:creationId xmlns:a16="http://schemas.microsoft.com/office/drawing/2014/main" id="{33CA12DC-3AC9-AC64-4FA2-0DDC505351F5}"/>
                </a:ext>
              </a:extLst>
            </p:cNvPr>
            <p:cNvPicPr preferRelativeResize="0"/>
            <p:nvPr/>
          </p:nvPicPr>
          <p:blipFill rotWithShape="1">
            <a:blip r:embed="rId22">
              <a:alphaModFix/>
            </a:blip>
            <a:srcRect t="109" b="119"/>
            <a:stretch/>
          </p:blipFill>
          <p:spPr>
            <a:xfrm>
              <a:off x="5987544" y="2227225"/>
              <a:ext cx="860616" cy="771049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157365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3A3C9-5922-91F1-2A2B-20BD162FA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TEXTO</a:t>
            </a:r>
          </a:p>
        </p:txBody>
      </p:sp>
      <p:sp>
        <p:nvSpPr>
          <p:cNvPr id="3" name="Google Shape;243;p26">
            <a:extLst>
              <a:ext uri="{FF2B5EF4-FFF2-40B4-BE49-F238E27FC236}">
                <a16:creationId xmlns:a16="http://schemas.microsoft.com/office/drawing/2014/main" id="{18C638B8-A2EB-502D-D74D-D0040EB0415E}"/>
              </a:ext>
            </a:extLst>
          </p:cNvPr>
          <p:cNvSpPr/>
          <p:nvPr/>
        </p:nvSpPr>
        <p:spPr>
          <a:xfrm>
            <a:off x="942250" y="1779012"/>
            <a:ext cx="1608300" cy="843900"/>
          </a:xfrm>
          <a:prstGeom prst="roundRect">
            <a:avLst>
              <a:gd name="adj" fmla="val 5610"/>
            </a:avLst>
          </a:prstGeom>
          <a:solidFill>
            <a:srgbClr val="004D89"/>
          </a:solidFill>
          <a:ln>
            <a:noFill/>
          </a:ln>
        </p:spPr>
        <p:txBody>
          <a:bodyPr spcFirstLastPara="1" wrap="square" lIns="74050" tIns="37025" rIns="74050" bIns="37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44;p26">
            <a:extLst>
              <a:ext uri="{FF2B5EF4-FFF2-40B4-BE49-F238E27FC236}">
                <a16:creationId xmlns:a16="http://schemas.microsoft.com/office/drawing/2014/main" id="{197212A4-57B5-6F9C-DB73-0747ED22CD2C}"/>
              </a:ext>
            </a:extLst>
          </p:cNvPr>
          <p:cNvSpPr/>
          <p:nvPr/>
        </p:nvSpPr>
        <p:spPr>
          <a:xfrm>
            <a:off x="2377238" y="1779012"/>
            <a:ext cx="1675500" cy="843900"/>
          </a:xfrm>
          <a:prstGeom prst="roundRect">
            <a:avLst>
              <a:gd name="adj" fmla="val 5610"/>
            </a:avLst>
          </a:prstGeom>
          <a:solidFill>
            <a:srgbClr val="FFB201"/>
          </a:solidFill>
          <a:ln>
            <a:noFill/>
          </a:ln>
        </p:spPr>
        <p:txBody>
          <a:bodyPr spcFirstLastPara="1" wrap="square" lIns="74050" tIns="37025" rIns="74050" bIns="37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45;p26">
            <a:extLst>
              <a:ext uri="{FF2B5EF4-FFF2-40B4-BE49-F238E27FC236}">
                <a16:creationId xmlns:a16="http://schemas.microsoft.com/office/drawing/2014/main" id="{AFBE629F-6078-DC48-0256-10814E3B0FDA}"/>
              </a:ext>
            </a:extLst>
          </p:cNvPr>
          <p:cNvSpPr/>
          <p:nvPr/>
        </p:nvSpPr>
        <p:spPr>
          <a:xfrm>
            <a:off x="3979518" y="1779012"/>
            <a:ext cx="1675500" cy="843900"/>
          </a:xfrm>
          <a:prstGeom prst="roundRect">
            <a:avLst>
              <a:gd name="adj" fmla="val 5610"/>
            </a:avLst>
          </a:prstGeom>
          <a:solidFill>
            <a:srgbClr val="018DA4"/>
          </a:solidFill>
          <a:ln>
            <a:noFill/>
          </a:ln>
        </p:spPr>
        <p:txBody>
          <a:bodyPr spcFirstLastPara="1" wrap="square" lIns="74050" tIns="37025" rIns="74050" bIns="37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46;p26">
            <a:extLst>
              <a:ext uri="{FF2B5EF4-FFF2-40B4-BE49-F238E27FC236}">
                <a16:creationId xmlns:a16="http://schemas.microsoft.com/office/drawing/2014/main" id="{65D7DB42-BE7D-5431-335E-EFF0FF69C207}"/>
              </a:ext>
            </a:extLst>
          </p:cNvPr>
          <p:cNvSpPr/>
          <p:nvPr/>
        </p:nvSpPr>
        <p:spPr>
          <a:xfrm>
            <a:off x="5580318" y="1779012"/>
            <a:ext cx="1675500" cy="843900"/>
          </a:xfrm>
          <a:prstGeom prst="roundRect">
            <a:avLst>
              <a:gd name="adj" fmla="val 5610"/>
            </a:avLst>
          </a:prstGeom>
          <a:solidFill>
            <a:srgbClr val="FFFFFF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4050" tIns="37025" rIns="74050" bIns="37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47;p26">
            <a:extLst>
              <a:ext uri="{FF2B5EF4-FFF2-40B4-BE49-F238E27FC236}">
                <a16:creationId xmlns:a16="http://schemas.microsoft.com/office/drawing/2014/main" id="{ED63BD30-CDD5-EA22-9E56-2DE5D2E44637}"/>
              </a:ext>
            </a:extLst>
          </p:cNvPr>
          <p:cNvSpPr/>
          <p:nvPr/>
        </p:nvSpPr>
        <p:spPr>
          <a:xfrm>
            <a:off x="942251" y="2998914"/>
            <a:ext cx="1434600" cy="843900"/>
          </a:xfrm>
          <a:prstGeom prst="roundRect">
            <a:avLst>
              <a:gd name="adj" fmla="val 561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74050" tIns="37025" rIns="74050" bIns="37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7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" name="Google Shape;248;p26">
            <a:extLst>
              <a:ext uri="{FF2B5EF4-FFF2-40B4-BE49-F238E27FC236}">
                <a16:creationId xmlns:a16="http://schemas.microsoft.com/office/drawing/2014/main" id="{D6AAA648-3957-3E4E-9970-ED33B24E56B4}"/>
              </a:ext>
            </a:extLst>
          </p:cNvPr>
          <p:cNvCxnSpPr/>
          <p:nvPr/>
        </p:nvCxnSpPr>
        <p:spPr>
          <a:xfrm>
            <a:off x="4130364" y="2998914"/>
            <a:ext cx="0" cy="843900"/>
          </a:xfrm>
          <a:prstGeom prst="straightConnector1">
            <a:avLst/>
          </a:prstGeom>
          <a:noFill/>
          <a:ln w="154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" name="Google Shape;249;p26">
            <a:extLst>
              <a:ext uri="{FF2B5EF4-FFF2-40B4-BE49-F238E27FC236}">
                <a16:creationId xmlns:a16="http://schemas.microsoft.com/office/drawing/2014/main" id="{9F38DD7C-66D3-FBD1-5504-F98E13ED9B6C}"/>
              </a:ext>
            </a:extLst>
          </p:cNvPr>
          <p:cNvSpPr txBox="1"/>
          <p:nvPr/>
        </p:nvSpPr>
        <p:spPr>
          <a:xfrm>
            <a:off x="4154659" y="3159048"/>
            <a:ext cx="2285700" cy="5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050" tIns="37025" rIns="74050" bIns="37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57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Color que se debe utilizado en los párrafos.</a:t>
            </a:r>
            <a:endParaRPr sz="1133"/>
          </a:p>
        </p:txBody>
      </p:sp>
      <p:cxnSp>
        <p:nvCxnSpPr>
          <p:cNvPr id="10" name="Google Shape;250;p26">
            <a:extLst>
              <a:ext uri="{FF2B5EF4-FFF2-40B4-BE49-F238E27FC236}">
                <a16:creationId xmlns:a16="http://schemas.microsoft.com/office/drawing/2014/main" id="{B530C548-B190-0F1F-0FE7-62F2AFCF5471}"/>
              </a:ext>
            </a:extLst>
          </p:cNvPr>
          <p:cNvCxnSpPr/>
          <p:nvPr/>
        </p:nvCxnSpPr>
        <p:spPr>
          <a:xfrm>
            <a:off x="1011976" y="1182400"/>
            <a:ext cx="0" cy="515400"/>
          </a:xfrm>
          <a:prstGeom prst="straightConnector1">
            <a:avLst/>
          </a:prstGeom>
          <a:noFill/>
          <a:ln w="154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Google Shape;251;p26">
            <a:extLst>
              <a:ext uri="{FF2B5EF4-FFF2-40B4-BE49-F238E27FC236}">
                <a16:creationId xmlns:a16="http://schemas.microsoft.com/office/drawing/2014/main" id="{EF498FD1-3FDC-7818-E342-6AC0B9FA9A85}"/>
              </a:ext>
            </a:extLst>
          </p:cNvPr>
          <p:cNvSpPr txBox="1"/>
          <p:nvPr/>
        </p:nvSpPr>
        <p:spPr>
          <a:xfrm>
            <a:off x="1084550" y="1290469"/>
            <a:ext cx="7974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050" tIns="37025" rIns="74050" bIns="37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57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Títulos</a:t>
            </a:r>
            <a:endParaRPr sz="1133"/>
          </a:p>
        </p:txBody>
      </p:sp>
      <p:cxnSp>
        <p:nvCxnSpPr>
          <p:cNvPr id="12" name="Google Shape;252;p26">
            <a:extLst>
              <a:ext uri="{FF2B5EF4-FFF2-40B4-BE49-F238E27FC236}">
                <a16:creationId xmlns:a16="http://schemas.microsoft.com/office/drawing/2014/main" id="{73138DF4-BB7C-8EE5-D628-1152796F4ED5}"/>
              </a:ext>
            </a:extLst>
          </p:cNvPr>
          <p:cNvCxnSpPr/>
          <p:nvPr/>
        </p:nvCxnSpPr>
        <p:spPr>
          <a:xfrm>
            <a:off x="3979523" y="1182400"/>
            <a:ext cx="0" cy="515400"/>
          </a:xfrm>
          <a:prstGeom prst="straightConnector1">
            <a:avLst/>
          </a:prstGeom>
          <a:noFill/>
          <a:ln w="154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Google Shape;253;p26">
            <a:extLst>
              <a:ext uri="{FF2B5EF4-FFF2-40B4-BE49-F238E27FC236}">
                <a16:creationId xmlns:a16="http://schemas.microsoft.com/office/drawing/2014/main" id="{BE3C043F-3DB0-8634-0A8F-40A5088CC629}"/>
              </a:ext>
            </a:extLst>
          </p:cNvPr>
          <p:cNvSpPr txBox="1"/>
          <p:nvPr/>
        </p:nvSpPr>
        <p:spPr>
          <a:xfrm>
            <a:off x="4052096" y="1290469"/>
            <a:ext cx="996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050" tIns="37025" rIns="74050" bIns="370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57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Subtítulos</a:t>
            </a:r>
            <a:endParaRPr sz="1133"/>
          </a:p>
        </p:txBody>
      </p:sp>
      <p:sp>
        <p:nvSpPr>
          <p:cNvPr id="14" name="Google Shape;254;p26">
            <a:extLst>
              <a:ext uri="{FF2B5EF4-FFF2-40B4-BE49-F238E27FC236}">
                <a16:creationId xmlns:a16="http://schemas.microsoft.com/office/drawing/2014/main" id="{E200553D-30EE-5724-FF2D-6DD2FF0674E4}"/>
              </a:ext>
            </a:extLst>
          </p:cNvPr>
          <p:cNvSpPr/>
          <p:nvPr/>
        </p:nvSpPr>
        <p:spPr>
          <a:xfrm>
            <a:off x="2347309" y="2998914"/>
            <a:ext cx="1434600" cy="843900"/>
          </a:xfrm>
          <a:prstGeom prst="roundRect">
            <a:avLst>
              <a:gd name="adj" fmla="val 5610"/>
            </a:avLst>
          </a:prstGeom>
          <a:solidFill>
            <a:srgbClr val="FFFFFF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4050" tIns="37025" rIns="74050" bIns="37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57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5848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466941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Custom 2">
      <a:dk1>
        <a:srgbClr val="FFC000"/>
      </a:dk1>
      <a:lt1>
        <a:srgbClr val="EEEEEE"/>
      </a:lt1>
      <a:dk2>
        <a:srgbClr val="EEEEEE"/>
      </a:dk2>
      <a:lt2>
        <a:srgbClr val="212121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ustom 1">
      <a:majorFont>
        <a:latin typeface="Poppins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994179DA613FE4DAF0FA1180AC7EC51" ma:contentTypeVersion="12" ma:contentTypeDescription="Crear nuevo documento." ma:contentTypeScope="" ma:versionID="2feefc8794cd753e8217cb3166487519">
  <xsd:schema xmlns:xsd="http://www.w3.org/2001/XMLSchema" xmlns:xs="http://www.w3.org/2001/XMLSchema" xmlns:p="http://schemas.microsoft.com/office/2006/metadata/properties" xmlns:ns2="d3c2095b-e3b6-40e8-ad61-98b976243e63" xmlns:ns3="7c59b3c6-5ac7-4f66-8444-ebc9334ca224" targetNamespace="http://schemas.microsoft.com/office/2006/metadata/properties" ma:root="true" ma:fieldsID="d3efe8c808abce19f177bb820d5f5fe8" ns2:_="" ns3:_="">
    <xsd:import namespace="d3c2095b-e3b6-40e8-ad61-98b976243e63"/>
    <xsd:import namespace="7c59b3c6-5ac7-4f66-8444-ebc9334ca2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c2095b-e3b6-40e8-ad61-98b976243e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3cb69001-eedb-48cd-8df6-eca474b208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59b3c6-5ac7-4f66-8444-ebc9334ca22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fd31496-4c79-472b-8303-bb64edb2f975}" ma:internalName="TaxCatchAll" ma:showField="CatchAllData" ma:web="7c59b3c6-5ac7-4f66-8444-ebc9334ca2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c2095b-e3b6-40e8-ad61-98b976243e63">
      <Terms xmlns="http://schemas.microsoft.com/office/infopath/2007/PartnerControls"/>
    </lcf76f155ced4ddcb4097134ff3c332f>
    <TaxCatchAll xmlns="7c59b3c6-5ac7-4f66-8444-ebc9334ca224" xsi:nil="true"/>
  </documentManagement>
</p:properties>
</file>

<file path=customXml/itemProps1.xml><?xml version="1.0" encoding="utf-8"?>
<ds:datastoreItem xmlns:ds="http://schemas.openxmlformats.org/officeDocument/2006/customXml" ds:itemID="{798DDD9E-2B5E-4C17-80D6-0AFB19234F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0C374E-3A18-40C7-A838-CA3707C31E71}"/>
</file>

<file path=customXml/itemProps3.xml><?xml version="1.0" encoding="utf-8"?>
<ds:datastoreItem xmlns:ds="http://schemas.openxmlformats.org/officeDocument/2006/customXml" ds:itemID="{4C8D1951-5EFB-4023-B112-B27F88E6A0D2}">
  <ds:schemaRefs>
    <ds:schemaRef ds:uri="7c59b3c6-5ac7-4f66-8444-ebc9334ca224"/>
    <ds:schemaRef ds:uri="http://schemas.microsoft.com/office/2006/documentManagement/types"/>
    <ds:schemaRef ds:uri="http://www.w3.org/XML/1998/namespace"/>
    <ds:schemaRef ds:uri="d3c2095b-e3b6-40e8-ad61-98b976243e63"/>
    <ds:schemaRef ds:uri="http://purl.org/dc/terms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9df50d43-22da-48af-a244-9c9536c379b0"/>
    <ds:schemaRef ds:uri="8b9592c8-898b-46df-b74b-19ea3877d26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935</Words>
  <Application>Microsoft Office PowerPoint</Application>
  <PresentationFormat>On-screen Show (16:9)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Poppins Black</vt:lpstr>
      <vt:lpstr>Calibri</vt:lpstr>
      <vt:lpstr>Simple Light</vt:lpstr>
      <vt:lpstr>TÍTULO</vt:lpstr>
      <vt:lpstr>TEXTO</vt:lpstr>
      <vt:lpstr>SEPARADOR</vt:lpstr>
      <vt:lpstr>PowerPoint Presentation</vt:lpstr>
      <vt:lpstr>TEXTO</vt:lpstr>
      <vt:lpstr>TEXTO</vt:lpstr>
      <vt:lpstr>TEXTO</vt:lpstr>
      <vt:lpstr>TEXTO</vt:lpstr>
      <vt:lpstr>TEXTO</vt:lpstr>
      <vt:lpstr>TEXTO</vt:lpstr>
      <vt:lpstr>TEXTO</vt:lpstr>
      <vt:lpstr>TEXTO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Oscar M 1208</dc:creator>
  <cp:lastModifiedBy>Oscar Anibal Miranda Mercado</cp:lastModifiedBy>
  <cp:revision>8</cp:revision>
  <dcterms:modified xsi:type="dcterms:W3CDTF">2026-02-18T16:21:16Z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0x0101001994179DA613FE4DAF0FA1180AC7EC51</vt:lpwstr>
  </property>
  <property fmtid="{D5CDD505-2E9C-101B-9397-08002B2CF9AE}" pid="3" name="MediaServiceImageTags">
    <vt:lpwstr/>
  </property>
</Properties>
</file>